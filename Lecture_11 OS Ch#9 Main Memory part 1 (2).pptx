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4144" r:id="rId1"/>
  </p:sldMasterIdLst>
  <p:notesMasterIdLst>
    <p:notesMasterId r:id="rId25"/>
  </p:notesMasterIdLst>
  <p:handoutMasterIdLst>
    <p:handoutMasterId r:id="rId26"/>
  </p:handoutMasterIdLst>
  <p:sldIdLst>
    <p:sldId id="331" r:id="rId2"/>
    <p:sldId id="334" r:id="rId3"/>
    <p:sldId id="335" r:id="rId4"/>
    <p:sldId id="336" r:id="rId5"/>
    <p:sldId id="338" r:id="rId6"/>
    <p:sldId id="339" r:id="rId7"/>
    <p:sldId id="340" r:id="rId8"/>
    <p:sldId id="341" r:id="rId9"/>
    <p:sldId id="403" r:id="rId10"/>
    <p:sldId id="404" r:id="rId11"/>
    <p:sldId id="447" r:id="rId12"/>
    <p:sldId id="342" r:id="rId13"/>
    <p:sldId id="343" r:id="rId14"/>
    <p:sldId id="348" r:id="rId15"/>
    <p:sldId id="349" r:id="rId16"/>
    <p:sldId id="350" r:id="rId17"/>
    <p:sldId id="351" r:id="rId18"/>
    <p:sldId id="352" r:id="rId19"/>
    <p:sldId id="353" r:id="rId20"/>
    <p:sldId id="360" r:id="rId21"/>
    <p:sldId id="361" r:id="rId22"/>
    <p:sldId id="362" r:id="rId23"/>
    <p:sldId id="363" r:id="rId24"/>
  </p:sldIdLst>
  <p:sldSz cx="9144000" cy="6858000" type="screen4x3"/>
  <p:notesSz cx="70104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16">
          <p15:clr>
            <a:srgbClr val="A4A3A4"/>
          </p15:clr>
        </p15:guide>
        <p15:guide id="2" pos="4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ECFF"/>
    <a:srgbClr val="FF0000"/>
    <a:srgbClr val="66CCFF"/>
    <a:srgbClr val="CCFFFF"/>
    <a:srgbClr val="F8F8F8"/>
    <a:srgbClr val="EAEAEA"/>
    <a:srgbClr val="CC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271" autoAdjust="0"/>
    <p:restoredTop sz="94660"/>
  </p:normalViewPr>
  <p:slideViewPr>
    <p:cSldViewPr snapToGrid="0">
      <p:cViewPr>
        <p:scale>
          <a:sx n="66" d="100"/>
          <a:sy n="66" d="100"/>
        </p:scale>
        <p:origin x="1476" y="-102"/>
      </p:cViewPr>
      <p:guideLst>
        <p:guide orient="horz" pos="816"/>
        <p:guide pos="4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2858"/>
    </p:cViewPr>
  </p:sorterViewPr>
  <p:notesViewPr>
    <p:cSldViewPr snapToGrid="0">
      <p:cViewPr varScale="1">
        <p:scale>
          <a:sx n="52" d="100"/>
          <a:sy n="52" d="100"/>
        </p:scale>
        <p:origin x="2838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A241D02D-F0BE-479D-BFAE-28F6DABC062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3400" cy="442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8261" tIns="44132" rIns="88261" bIns="44132" numCol="1" anchor="ctr" anchorCtr="0" compatLnSpc="1">
            <a:prstTxWarp prst="textNoShape">
              <a:avLst/>
            </a:prstTxWarp>
          </a:bodyPr>
          <a:lstStyle>
            <a:lvl1pPr defTabSz="883169">
              <a:defRPr sz="1100">
                <a:latin typeface="Helvetica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09A33344-A246-47EE-87AD-DC2B769C31C4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51288" y="0"/>
            <a:ext cx="3071812" cy="442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8261" tIns="44132" rIns="88261" bIns="44132" numCol="1" anchor="ctr" anchorCtr="0" compatLnSpc="1">
            <a:prstTxWarp prst="textNoShape">
              <a:avLst/>
            </a:prstTxWarp>
          </a:bodyPr>
          <a:lstStyle>
            <a:lvl1pPr algn="r" defTabSz="883169">
              <a:defRPr sz="1100">
                <a:latin typeface="Helvetica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4" name="Rectangle 4">
            <a:extLst>
              <a:ext uri="{FF2B5EF4-FFF2-40B4-BE49-F238E27FC236}">
                <a16:creationId xmlns:a16="http://schemas.microsoft.com/office/drawing/2014/main" id="{AF886B7E-9DF3-450F-92F2-1A3BF26B8AC0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66188"/>
            <a:ext cx="3073400" cy="442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8261" tIns="44132" rIns="88261" bIns="44132" numCol="1" anchor="b" anchorCtr="0" compatLnSpc="1">
            <a:prstTxWarp prst="textNoShape">
              <a:avLst/>
            </a:prstTxWarp>
          </a:bodyPr>
          <a:lstStyle>
            <a:lvl1pPr defTabSz="883169">
              <a:defRPr sz="1100">
                <a:latin typeface="Helvetica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5" name="Rectangle 5">
            <a:extLst>
              <a:ext uri="{FF2B5EF4-FFF2-40B4-BE49-F238E27FC236}">
                <a16:creationId xmlns:a16="http://schemas.microsoft.com/office/drawing/2014/main" id="{53339C26-84D6-4CAB-9ACB-F216D653813F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51288" y="8866188"/>
            <a:ext cx="3071812" cy="442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8261" tIns="44132" rIns="88261" bIns="44132" numCol="1" anchor="b" anchorCtr="0" compatLnSpc="1">
            <a:prstTxWarp prst="textNoShape">
              <a:avLst/>
            </a:prstTxWarp>
          </a:bodyPr>
          <a:lstStyle>
            <a:lvl1pPr algn="r" defTabSz="882650">
              <a:defRPr sz="1100">
                <a:latin typeface="Helvetica" panose="020B0604020202020204" pitchFamily="34" charset="0"/>
              </a:defRPr>
            </a:lvl1pPr>
          </a:lstStyle>
          <a:p>
            <a:fld id="{DF7B4608-F3D0-4E52-ABA4-6F2681683C1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5345CDFB-7A76-4C4D-913D-3C7D6FE5DE2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6888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60" tIns="46580" rIns="93160" bIns="46580" numCol="1" anchor="ctr" anchorCtr="0" compatLnSpc="1">
            <a:prstTxWarp prst="textNoShape">
              <a:avLst/>
            </a:prstTxWarp>
          </a:bodyPr>
          <a:lstStyle>
            <a:lvl1pPr defTabSz="931168">
              <a:defRPr sz="1200">
                <a:latin typeface="Times New Roman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7FB24A69-0B86-44C0-95FA-F8D9A6931146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973513" y="0"/>
            <a:ext cx="3036887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60" tIns="46580" rIns="93160" bIns="46580" numCol="1" anchor="ctr" anchorCtr="0" compatLnSpc="1">
            <a:prstTxWarp prst="textNoShape">
              <a:avLst/>
            </a:prstTxWarp>
          </a:bodyPr>
          <a:lstStyle>
            <a:lvl1pPr algn="r" defTabSz="931168">
              <a:defRPr sz="1200">
                <a:latin typeface="Times New Roman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1684" name="Rectangle 4">
            <a:extLst>
              <a:ext uri="{FF2B5EF4-FFF2-40B4-BE49-F238E27FC236}">
                <a16:creationId xmlns:a16="http://schemas.microsoft.com/office/drawing/2014/main" id="{AA27146D-C92E-4EEF-9F79-56BA93AB219B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2688" y="698500"/>
            <a:ext cx="4646612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>
            <a:extLst>
              <a:ext uri="{FF2B5EF4-FFF2-40B4-BE49-F238E27FC236}">
                <a16:creationId xmlns:a16="http://schemas.microsoft.com/office/drawing/2014/main" id="{A01186F9-B596-4A19-9264-7D2B4FC636C4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5038" y="4416425"/>
            <a:ext cx="5140325" cy="4181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60" tIns="46580" rIns="93160" bIns="4658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150" name="Rectangle 6">
            <a:extLst>
              <a:ext uri="{FF2B5EF4-FFF2-40B4-BE49-F238E27FC236}">
                <a16:creationId xmlns:a16="http://schemas.microsoft.com/office/drawing/2014/main" id="{0C645014-0F43-4A0F-901D-B500E062F28B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2850"/>
            <a:ext cx="3036888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60" tIns="46580" rIns="93160" bIns="46580" numCol="1" anchor="b" anchorCtr="0" compatLnSpc="1">
            <a:prstTxWarp prst="textNoShape">
              <a:avLst/>
            </a:prstTxWarp>
          </a:bodyPr>
          <a:lstStyle>
            <a:lvl1pPr defTabSz="931168">
              <a:defRPr sz="1200">
                <a:latin typeface="Times New Roman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51" name="Rectangle 7">
            <a:extLst>
              <a:ext uri="{FF2B5EF4-FFF2-40B4-BE49-F238E27FC236}">
                <a16:creationId xmlns:a16="http://schemas.microsoft.com/office/drawing/2014/main" id="{A87C6AF3-49D0-4016-A1FB-7B03E0453DC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3513" y="8832850"/>
            <a:ext cx="3036887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60" tIns="46580" rIns="93160" bIns="46580" numCol="1" anchor="b" anchorCtr="0" compatLnSpc="1">
            <a:prstTxWarp prst="textNoShape">
              <a:avLst/>
            </a:prstTxWarp>
          </a:bodyPr>
          <a:lstStyle>
            <a:lvl1pPr algn="r" defTabSz="930275">
              <a:defRPr sz="1200">
                <a:latin typeface="Times New Roman" panose="02020603050405020304" pitchFamily="18" charset="0"/>
              </a:defRPr>
            </a:lvl1pPr>
          </a:lstStyle>
          <a:p>
            <a:fld id="{47794835-A72A-4AEF-B6EC-BD8CE85FBF47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>
            <a:extLst>
              <a:ext uri="{FF2B5EF4-FFF2-40B4-BE49-F238E27FC236}">
                <a16:creationId xmlns:a16="http://schemas.microsoft.com/office/drawing/2014/main" id="{99622B3D-0367-4444-9539-0A19B9C5C9B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D0F231A0-42E6-42C1-AA16-355CDC8B6E93}" type="slidenum">
              <a:rPr lang="en-US" altLang="en-US">
                <a:latin typeface="Helvetica" panose="020B0604020202020204" pitchFamily="34" charset="0"/>
              </a:rPr>
              <a:pPr/>
              <a:t>1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72707" name="Rectangle 2">
            <a:extLst>
              <a:ext uri="{FF2B5EF4-FFF2-40B4-BE49-F238E27FC236}">
                <a16:creationId xmlns:a16="http://schemas.microsoft.com/office/drawing/2014/main" id="{EA8275E6-FD6A-48F9-B73C-B9CBBABB92E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8" name="Rectangle 3">
            <a:extLst>
              <a:ext uri="{FF2B5EF4-FFF2-40B4-BE49-F238E27FC236}">
                <a16:creationId xmlns:a16="http://schemas.microsoft.com/office/drawing/2014/main" id="{0E929097-3E92-4823-A49C-65FB8759C7A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>
            <a:extLst>
              <a:ext uri="{FF2B5EF4-FFF2-40B4-BE49-F238E27FC236}">
                <a16:creationId xmlns:a16="http://schemas.microsoft.com/office/drawing/2014/main" id="{E4CBE908-8BB0-4DF6-A630-7278A1DB2F8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12CC5BE-059E-4E33-A616-7566B8C50E03}" type="slidenum">
              <a:rPr lang="en-US" altLang="en-US">
                <a:latin typeface="Helvetica" panose="020B0604020202020204" pitchFamily="34" charset="0"/>
              </a:rPr>
              <a:pPr/>
              <a:t>2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75779" name="Rectangle 2">
            <a:extLst>
              <a:ext uri="{FF2B5EF4-FFF2-40B4-BE49-F238E27FC236}">
                <a16:creationId xmlns:a16="http://schemas.microsoft.com/office/drawing/2014/main" id="{8C41B09B-CF38-410C-AB74-BB59838E0F4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>
            <a:extLst>
              <a:ext uri="{FF2B5EF4-FFF2-40B4-BE49-F238E27FC236}">
                <a16:creationId xmlns:a16="http://schemas.microsoft.com/office/drawing/2014/main" id="{0C60F9F9-E7B8-45A8-91CF-E2EF6341BFD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>
            <a:extLst>
              <a:ext uri="{FF2B5EF4-FFF2-40B4-BE49-F238E27FC236}">
                <a16:creationId xmlns:a16="http://schemas.microsoft.com/office/drawing/2014/main" id="{98DA1FFB-D227-47BC-9728-00B782DC28C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C9090DC-ADAD-4D5C-A055-EC054CBA9BCF}" type="slidenum">
              <a:rPr lang="en-US" altLang="en-US">
                <a:latin typeface="Helvetica" panose="020B0604020202020204" pitchFamily="34" charset="0"/>
              </a:rPr>
              <a:pPr/>
              <a:t>3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76803" name="Rectangle 2">
            <a:extLst>
              <a:ext uri="{FF2B5EF4-FFF2-40B4-BE49-F238E27FC236}">
                <a16:creationId xmlns:a16="http://schemas.microsoft.com/office/drawing/2014/main" id="{CD1394AA-6D61-4202-8BF0-CEA24B54731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4" name="Rectangle 3">
            <a:extLst>
              <a:ext uri="{FF2B5EF4-FFF2-40B4-BE49-F238E27FC236}">
                <a16:creationId xmlns:a16="http://schemas.microsoft.com/office/drawing/2014/main" id="{F15A9A43-7F68-408F-9962-E7E257DA429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7">
            <a:extLst>
              <a:ext uri="{FF2B5EF4-FFF2-40B4-BE49-F238E27FC236}">
                <a16:creationId xmlns:a16="http://schemas.microsoft.com/office/drawing/2014/main" id="{2F9B0566-9DAA-40C6-BD9B-DA3EA413043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44794C4-13B3-47CE-ACEF-23B8A06F7C64}" type="slidenum">
              <a:rPr lang="en-US" altLang="en-US">
                <a:latin typeface="Helvetica" panose="020B0604020202020204" pitchFamily="34" charset="0"/>
              </a:rPr>
              <a:pPr/>
              <a:t>5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77827" name="Rectangle 2">
            <a:extLst>
              <a:ext uri="{FF2B5EF4-FFF2-40B4-BE49-F238E27FC236}">
                <a16:creationId xmlns:a16="http://schemas.microsoft.com/office/drawing/2014/main" id="{81609710-F8FF-4ADB-8E3E-64DA55F859A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8" name="Rectangle 3">
            <a:extLst>
              <a:ext uri="{FF2B5EF4-FFF2-40B4-BE49-F238E27FC236}">
                <a16:creationId xmlns:a16="http://schemas.microsoft.com/office/drawing/2014/main" id="{DAD31A64-FBDF-459A-A519-16090EBFF30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>
            <a:extLst>
              <a:ext uri="{FF2B5EF4-FFF2-40B4-BE49-F238E27FC236}">
                <a16:creationId xmlns:a16="http://schemas.microsoft.com/office/drawing/2014/main" id="{845A6516-3DB2-4824-B72A-8EE1BBC9641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DDB922B-DA28-4C54-94E7-219C3AC7D96C}" type="slidenum">
              <a:rPr lang="en-US" altLang="en-US">
                <a:latin typeface="Helvetica" panose="020B0604020202020204" pitchFamily="34" charset="0"/>
              </a:rPr>
              <a:pPr/>
              <a:t>6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78851" name="Rectangle 2">
            <a:extLst>
              <a:ext uri="{FF2B5EF4-FFF2-40B4-BE49-F238E27FC236}">
                <a16:creationId xmlns:a16="http://schemas.microsoft.com/office/drawing/2014/main" id="{A894EF00-BCDC-4C20-B789-F97A7D94988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2" name="Rectangle 3">
            <a:extLst>
              <a:ext uri="{FF2B5EF4-FFF2-40B4-BE49-F238E27FC236}">
                <a16:creationId xmlns:a16="http://schemas.microsoft.com/office/drawing/2014/main" id="{9C601010-0C10-45CE-AA58-E5A36F0C523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>
            <a:extLst>
              <a:ext uri="{FF2B5EF4-FFF2-40B4-BE49-F238E27FC236}">
                <a16:creationId xmlns:a16="http://schemas.microsoft.com/office/drawing/2014/main" id="{88A20251-A093-4172-BD74-A36C2A3F8B9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EEF4FF4-C9FD-46D9-BF24-6598973F25B8}" type="slidenum">
              <a:rPr lang="en-US" altLang="en-US">
                <a:latin typeface="Helvetica" panose="020B0604020202020204" pitchFamily="34" charset="0"/>
              </a:rPr>
              <a:pPr/>
              <a:t>7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79875" name="Rectangle 2">
            <a:extLst>
              <a:ext uri="{FF2B5EF4-FFF2-40B4-BE49-F238E27FC236}">
                <a16:creationId xmlns:a16="http://schemas.microsoft.com/office/drawing/2014/main" id="{6BD19E41-E753-43B4-A52C-F3C0FDC8098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6" name="Rectangle 3">
            <a:extLst>
              <a:ext uri="{FF2B5EF4-FFF2-40B4-BE49-F238E27FC236}">
                <a16:creationId xmlns:a16="http://schemas.microsoft.com/office/drawing/2014/main" id="{AFC68E5A-AEFD-4D41-934B-C0BEE57967D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>
            <a:extLst>
              <a:ext uri="{FF2B5EF4-FFF2-40B4-BE49-F238E27FC236}">
                <a16:creationId xmlns:a16="http://schemas.microsoft.com/office/drawing/2014/main" id="{92D03978-248F-4696-B60F-15CD45A7CC0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A5C935A-6734-4108-A7F7-F209D07F3D5B}" type="slidenum">
              <a:rPr lang="en-US" altLang="en-US">
                <a:latin typeface="Helvetica" panose="020B0604020202020204" pitchFamily="34" charset="0"/>
              </a:rPr>
              <a:pPr/>
              <a:t>8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80899" name="Rectangle 2">
            <a:extLst>
              <a:ext uri="{FF2B5EF4-FFF2-40B4-BE49-F238E27FC236}">
                <a16:creationId xmlns:a16="http://schemas.microsoft.com/office/drawing/2014/main" id="{14A40313-58A0-42FC-AA3D-42531811087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900" name="Rectangle 3">
            <a:extLst>
              <a:ext uri="{FF2B5EF4-FFF2-40B4-BE49-F238E27FC236}">
                <a16:creationId xmlns:a16="http://schemas.microsoft.com/office/drawing/2014/main" id="{BA8BA248-769F-4CA6-AD44-A8BE8C9CDC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7">
            <a:extLst>
              <a:ext uri="{FF2B5EF4-FFF2-40B4-BE49-F238E27FC236}">
                <a16:creationId xmlns:a16="http://schemas.microsoft.com/office/drawing/2014/main" id="{CE0E1E75-0157-44F3-9622-F350D085CCE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207A095-AA18-4824-800F-5810C91ED729}" type="slidenum">
              <a:rPr lang="en-US" altLang="en-US">
                <a:latin typeface="Helvetica" panose="020B0604020202020204" pitchFamily="34" charset="0"/>
              </a:rPr>
              <a:pPr/>
              <a:t>9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81923" name="Rectangle 2">
            <a:extLst>
              <a:ext uri="{FF2B5EF4-FFF2-40B4-BE49-F238E27FC236}">
                <a16:creationId xmlns:a16="http://schemas.microsoft.com/office/drawing/2014/main" id="{325FA7A5-5293-4037-A8FE-84A57628CC5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4" name="Rectangle 3">
            <a:extLst>
              <a:ext uri="{FF2B5EF4-FFF2-40B4-BE49-F238E27FC236}">
                <a16:creationId xmlns:a16="http://schemas.microsoft.com/office/drawing/2014/main" id="{B76E2EA0-63AB-4CE6-9C1C-A93A950A4AE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>
            <a:extLst>
              <a:ext uri="{FF2B5EF4-FFF2-40B4-BE49-F238E27FC236}">
                <a16:creationId xmlns:a16="http://schemas.microsoft.com/office/drawing/2014/main" id="{F9EA5C68-574E-43D3-8AA4-1A0D2027A07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CBCCD95-CD05-47DB-845C-969685A4B775}" type="slidenum">
              <a:rPr lang="en-US" altLang="en-US">
                <a:latin typeface="Helvetica" panose="020B0604020202020204" pitchFamily="34" charset="0"/>
              </a:rPr>
              <a:pPr/>
              <a:t>10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82947" name="Rectangle 2">
            <a:extLst>
              <a:ext uri="{FF2B5EF4-FFF2-40B4-BE49-F238E27FC236}">
                <a16:creationId xmlns:a16="http://schemas.microsoft.com/office/drawing/2014/main" id="{D6CC32CC-C84C-408C-875E-EC881AC2B52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>
            <a:extLst>
              <a:ext uri="{FF2B5EF4-FFF2-40B4-BE49-F238E27FC236}">
                <a16:creationId xmlns:a16="http://schemas.microsoft.com/office/drawing/2014/main" id="{316F2FD8-38C8-4D92-A346-9A90DEADB3E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>
            <a:extLst>
              <a:ext uri="{FF2B5EF4-FFF2-40B4-BE49-F238E27FC236}">
                <a16:creationId xmlns:a16="http://schemas.microsoft.com/office/drawing/2014/main" id="{F9EA5C68-574E-43D3-8AA4-1A0D2027A07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CBCCD95-CD05-47DB-845C-969685A4B775}" type="slidenum">
              <a:rPr lang="en-US" altLang="en-US">
                <a:latin typeface="Helvetica" panose="020B0604020202020204" pitchFamily="34" charset="0"/>
              </a:rPr>
              <a:pPr/>
              <a:t>11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82947" name="Rectangle 2">
            <a:extLst>
              <a:ext uri="{FF2B5EF4-FFF2-40B4-BE49-F238E27FC236}">
                <a16:creationId xmlns:a16="http://schemas.microsoft.com/office/drawing/2014/main" id="{D6CC32CC-C84C-408C-875E-EC881AC2B52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>
            <a:extLst>
              <a:ext uri="{FF2B5EF4-FFF2-40B4-BE49-F238E27FC236}">
                <a16:creationId xmlns:a16="http://schemas.microsoft.com/office/drawing/2014/main" id="{316F2FD8-38C8-4D92-A346-9A90DEADB3E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05275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7">
            <a:extLst>
              <a:ext uri="{FF2B5EF4-FFF2-40B4-BE49-F238E27FC236}">
                <a16:creationId xmlns:a16="http://schemas.microsoft.com/office/drawing/2014/main" id="{1B43D4C6-B078-49B2-94A6-F75E8608119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BEA43B7E-7F16-4CAA-8D0B-87BEF463E3F2}" type="slidenum">
              <a:rPr lang="en-US" altLang="en-US">
                <a:latin typeface="Helvetica" panose="020B0604020202020204" pitchFamily="34" charset="0"/>
              </a:rPr>
              <a:pPr/>
              <a:t>12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83971" name="Rectangle 2">
            <a:extLst>
              <a:ext uri="{FF2B5EF4-FFF2-40B4-BE49-F238E27FC236}">
                <a16:creationId xmlns:a16="http://schemas.microsoft.com/office/drawing/2014/main" id="{E292BC99-152D-4943-9445-C6754FFD279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2" name="Rectangle 3">
            <a:extLst>
              <a:ext uri="{FF2B5EF4-FFF2-40B4-BE49-F238E27FC236}">
                <a16:creationId xmlns:a16="http://schemas.microsoft.com/office/drawing/2014/main" id="{9E8606BA-AF5C-481E-B48E-40B54C2A2B9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>
            <a:extLst>
              <a:ext uri="{FF2B5EF4-FFF2-40B4-BE49-F238E27FC236}">
                <a16:creationId xmlns:a16="http://schemas.microsoft.com/office/drawing/2014/main" id="{F7928AB6-7C3B-4284-B62D-52F8811E965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70F6CBA1-5D3E-43EC-A5A8-ECCA8CDA3AD6}" type="slidenum">
              <a:rPr lang="en-US" altLang="en-US">
                <a:latin typeface="Helvetica" panose="020B0604020202020204" pitchFamily="34" charset="0"/>
              </a:rPr>
              <a:pPr/>
              <a:t>13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84995" name="Rectangle 2">
            <a:extLst>
              <a:ext uri="{FF2B5EF4-FFF2-40B4-BE49-F238E27FC236}">
                <a16:creationId xmlns:a16="http://schemas.microsoft.com/office/drawing/2014/main" id="{CA8E06C7-855A-4A71-93B8-11AE283BF50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6" name="Rectangle 3">
            <a:extLst>
              <a:ext uri="{FF2B5EF4-FFF2-40B4-BE49-F238E27FC236}">
                <a16:creationId xmlns:a16="http://schemas.microsoft.com/office/drawing/2014/main" id="{D7B26E9D-0999-4B30-AAA7-486C7B89D8C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7">
            <a:extLst>
              <a:ext uri="{FF2B5EF4-FFF2-40B4-BE49-F238E27FC236}">
                <a16:creationId xmlns:a16="http://schemas.microsoft.com/office/drawing/2014/main" id="{C1E2D357-98EF-44EF-B229-8FA6D524396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2A78D6B-1C3F-43B1-8131-69093AE887F4}" type="slidenum">
              <a:rPr lang="en-US" altLang="en-US">
                <a:latin typeface="Helvetica" panose="020B0604020202020204" pitchFamily="34" charset="0"/>
              </a:rPr>
              <a:pPr/>
              <a:t>14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86019" name="Rectangle 2">
            <a:extLst>
              <a:ext uri="{FF2B5EF4-FFF2-40B4-BE49-F238E27FC236}">
                <a16:creationId xmlns:a16="http://schemas.microsoft.com/office/drawing/2014/main" id="{B9137F58-B6E2-4DA1-8F77-D8941EA61BC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20" name="Rectangle 3">
            <a:extLst>
              <a:ext uri="{FF2B5EF4-FFF2-40B4-BE49-F238E27FC236}">
                <a16:creationId xmlns:a16="http://schemas.microsoft.com/office/drawing/2014/main" id="{9923125C-6B37-4814-8FA7-9CCA22E99AE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7">
            <a:extLst>
              <a:ext uri="{FF2B5EF4-FFF2-40B4-BE49-F238E27FC236}">
                <a16:creationId xmlns:a16="http://schemas.microsoft.com/office/drawing/2014/main" id="{23FCA68B-76DE-4E19-AFEB-C704D673A8D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BAA47A3-9678-4904-932E-9EDB75B03B24}" type="slidenum">
              <a:rPr lang="en-US" altLang="en-US">
                <a:latin typeface="Helvetica" panose="020B0604020202020204" pitchFamily="34" charset="0"/>
              </a:rPr>
              <a:pPr/>
              <a:t>15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88067" name="Rectangle 2">
            <a:extLst>
              <a:ext uri="{FF2B5EF4-FFF2-40B4-BE49-F238E27FC236}">
                <a16:creationId xmlns:a16="http://schemas.microsoft.com/office/drawing/2014/main" id="{2DA20A22-D5AD-48A6-BFB6-E91F19D0424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68" name="Rectangle 3">
            <a:extLst>
              <a:ext uri="{FF2B5EF4-FFF2-40B4-BE49-F238E27FC236}">
                <a16:creationId xmlns:a16="http://schemas.microsoft.com/office/drawing/2014/main" id="{3B366905-0837-46D1-8A35-E7D3946BBF0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7">
            <a:extLst>
              <a:ext uri="{FF2B5EF4-FFF2-40B4-BE49-F238E27FC236}">
                <a16:creationId xmlns:a16="http://schemas.microsoft.com/office/drawing/2014/main" id="{4DF6CBB8-BE1B-4115-8FA4-3DA7E668450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B88548D9-7E48-4BD7-865E-CD96DE02414D}" type="slidenum">
              <a:rPr lang="en-US" altLang="en-US">
                <a:latin typeface="Helvetica" panose="020B0604020202020204" pitchFamily="34" charset="0"/>
              </a:rPr>
              <a:pPr/>
              <a:t>16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89091" name="Rectangle 2">
            <a:extLst>
              <a:ext uri="{FF2B5EF4-FFF2-40B4-BE49-F238E27FC236}">
                <a16:creationId xmlns:a16="http://schemas.microsoft.com/office/drawing/2014/main" id="{6AA81E7E-1E15-49B4-BC44-1BDAD286773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2" name="Rectangle 3">
            <a:extLst>
              <a:ext uri="{FF2B5EF4-FFF2-40B4-BE49-F238E27FC236}">
                <a16:creationId xmlns:a16="http://schemas.microsoft.com/office/drawing/2014/main" id="{0D836AD2-F06B-4210-85C4-32B1FA7D468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7">
            <a:extLst>
              <a:ext uri="{FF2B5EF4-FFF2-40B4-BE49-F238E27FC236}">
                <a16:creationId xmlns:a16="http://schemas.microsoft.com/office/drawing/2014/main" id="{413C20D6-3B91-4BDF-A0EB-A01D448F974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F8747A0-3F23-4346-9D94-40B7D7FD4BD7}" type="slidenum">
              <a:rPr lang="en-US" altLang="en-US">
                <a:latin typeface="Helvetica" panose="020B0604020202020204" pitchFamily="34" charset="0"/>
              </a:rPr>
              <a:pPr/>
              <a:t>17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90115" name="Rectangle 2">
            <a:extLst>
              <a:ext uri="{FF2B5EF4-FFF2-40B4-BE49-F238E27FC236}">
                <a16:creationId xmlns:a16="http://schemas.microsoft.com/office/drawing/2014/main" id="{2DF4BF30-6508-4917-B4C4-0D2D5FF3DA1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6" name="Rectangle 3">
            <a:extLst>
              <a:ext uri="{FF2B5EF4-FFF2-40B4-BE49-F238E27FC236}">
                <a16:creationId xmlns:a16="http://schemas.microsoft.com/office/drawing/2014/main" id="{BA14F544-E18E-4FD8-8779-D7DF3900C70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7">
            <a:extLst>
              <a:ext uri="{FF2B5EF4-FFF2-40B4-BE49-F238E27FC236}">
                <a16:creationId xmlns:a16="http://schemas.microsoft.com/office/drawing/2014/main" id="{50C617EC-69D7-48FD-96B7-888407EFA1C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82E3722-5434-4F37-913B-2B1F1F97A901}" type="slidenum">
              <a:rPr lang="en-US" altLang="en-US">
                <a:latin typeface="Helvetica" panose="020B0604020202020204" pitchFamily="34" charset="0"/>
              </a:rPr>
              <a:pPr/>
              <a:t>18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91139" name="Rectangle 2">
            <a:extLst>
              <a:ext uri="{FF2B5EF4-FFF2-40B4-BE49-F238E27FC236}">
                <a16:creationId xmlns:a16="http://schemas.microsoft.com/office/drawing/2014/main" id="{6E09880E-5593-4F49-B83A-1998139242D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40" name="Rectangle 3">
            <a:extLst>
              <a:ext uri="{FF2B5EF4-FFF2-40B4-BE49-F238E27FC236}">
                <a16:creationId xmlns:a16="http://schemas.microsoft.com/office/drawing/2014/main" id="{2A483F1E-ED51-4E4A-83B7-93984987F0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7">
            <a:extLst>
              <a:ext uri="{FF2B5EF4-FFF2-40B4-BE49-F238E27FC236}">
                <a16:creationId xmlns:a16="http://schemas.microsoft.com/office/drawing/2014/main" id="{76243B76-2943-42FA-AE2E-8057E0DD31D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009C96D-E87B-4C31-99FE-48B6AE2110B9}" type="slidenum">
              <a:rPr lang="en-US" altLang="en-US">
                <a:latin typeface="Helvetica" panose="020B0604020202020204" pitchFamily="34" charset="0"/>
              </a:rPr>
              <a:pPr/>
              <a:t>20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92163" name="Rectangle 2">
            <a:extLst>
              <a:ext uri="{FF2B5EF4-FFF2-40B4-BE49-F238E27FC236}">
                <a16:creationId xmlns:a16="http://schemas.microsoft.com/office/drawing/2014/main" id="{4A9262E4-57B9-4642-B155-37E91B7CC58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4" name="Rectangle 3">
            <a:extLst>
              <a:ext uri="{FF2B5EF4-FFF2-40B4-BE49-F238E27FC236}">
                <a16:creationId xmlns:a16="http://schemas.microsoft.com/office/drawing/2014/main" id="{0A1AB74C-BD95-4DD3-84AC-B364BD691C8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901C5943-A604-4186-BD17-441B8EDDC0A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ABD022F-97F0-4574-BB51-63412DE8BAAC}" type="slidenum">
              <a:rPr lang="en-US" altLang="en-US">
                <a:latin typeface="Helvetica" panose="020B0604020202020204" pitchFamily="34" charset="0"/>
              </a:rPr>
              <a:pPr/>
              <a:t>21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FF507C2D-484D-4A5B-B922-81627BBC5C5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03FF2E32-DC03-4BBA-B152-8A4AC669FB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7">
            <a:extLst>
              <a:ext uri="{FF2B5EF4-FFF2-40B4-BE49-F238E27FC236}">
                <a16:creationId xmlns:a16="http://schemas.microsoft.com/office/drawing/2014/main" id="{E23A9656-86B1-4C99-926E-64E7EC4E864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6CB05FC-BB22-4350-90D1-FD01A765181B}" type="slidenum">
              <a:rPr lang="en-US" altLang="en-US">
                <a:latin typeface="Helvetica" panose="020B0604020202020204" pitchFamily="34" charset="0"/>
              </a:rPr>
              <a:pPr/>
              <a:t>22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94211" name="Rectangle 2">
            <a:extLst>
              <a:ext uri="{FF2B5EF4-FFF2-40B4-BE49-F238E27FC236}">
                <a16:creationId xmlns:a16="http://schemas.microsoft.com/office/drawing/2014/main" id="{8512BC6C-8103-4427-AE5D-8B165659894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212" name="Rectangle 3">
            <a:extLst>
              <a:ext uri="{FF2B5EF4-FFF2-40B4-BE49-F238E27FC236}">
                <a16:creationId xmlns:a16="http://schemas.microsoft.com/office/drawing/2014/main" id="{365BBC49-203D-48FB-B5E3-E304CAFE68D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7">
            <a:extLst>
              <a:ext uri="{FF2B5EF4-FFF2-40B4-BE49-F238E27FC236}">
                <a16:creationId xmlns:a16="http://schemas.microsoft.com/office/drawing/2014/main" id="{46A3333C-AE35-4AAE-8347-17622A596CC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6AA05447-E3CE-4EF1-A94F-D7CBC0B7D017}" type="slidenum">
              <a:rPr lang="en-US" altLang="en-US">
                <a:latin typeface="Helvetica" panose="020B0604020202020204" pitchFamily="34" charset="0"/>
              </a:rPr>
              <a:pPr/>
              <a:t>23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95235" name="Rectangle 2">
            <a:extLst>
              <a:ext uri="{FF2B5EF4-FFF2-40B4-BE49-F238E27FC236}">
                <a16:creationId xmlns:a16="http://schemas.microsoft.com/office/drawing/2014/main" id="{F3D210D4-6BF0-4A24-8068-30C18155C84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6" name="Rectangle 3">
            <a:extLst>
              <a:ext uri="{FF2B5EF4-FFF2-40B4-BE49-F238E27FC236}">
                <a16:creationId xmlns:a16="http://schemas.microsoft.com/office/drawing/2014/main" id="{F3DC1F24-2CCF-4C8C-A244-1B90B164B6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val 5"/>
          <p:cNvSpPr/>
          <p:nvPr/>
        </p:nvSpPr>
        <p:spPr>
          <a:xfrm>
            <a:off x="-1" y="1"/>
            <a:ext cx="9144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28950" y="1171525"/>
            <a:ext cx="5829300" cy="1463040"/>
          </a:xfrm>
        </p:spPr>
        <p:txBody>
          <a:bodyPr anchor="ctr">
            <a:normAutofit/>
          </a:bodyPr>
          <a:lstStyle>
            <a:lvl1pPr algn="r">
              <a:defRPr sz="3750" spc="15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352482" y="3128608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35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 algn="ctr">
              <a:buNone/>
              <a:defRPr sz="135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350"/>
            </a:lvl4pPr>
            <a:lvl5pPr marL="1371600" indent="0" algn="ctr">
              <a:buNone/>
              <a:defRPr sz="1350"/>
            </a:lvl5pPr>
            <a:lvl6pPr marL="1714500" indent="0" algn="ctr">
              <a:buNone/>
              <a:defRPr sz="1350"/>
            </a:lvl6pPr>
            <a:lvl7pPr marL="2057400" indent="0" algn="ctr">
              <a:buNone/>
              <a:defRPr sz="1350"/>
            </a:lvl7pPr>
            <a:lvl8pPr marL="2400300" indent="0" algn="ctr">
              <a:buNone/>
              <a:defRPr sz="1350"/>
            </a:lvl8pPr>
            <a:lvl9pPr marL="2743200" indent="0" algn="ctr">
              <a:buNone/>
              <a:defRPr sz="1350"/>
            </a:lvl9pPr>
          </a:lstStyle>
          <a:p>
            <a:r>
              <a:rPr lang="en-US" dirty="0"/>
              <a:t>Ayesha Asmat</a:t>
            </a:r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3178442" y="1445845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2" descr="Image result for umt logo">
            <a:extLst>
              <a:ext uri="{FF2B5EF4-FFF2-40B4-BE49-F238E27FC236}">
                <a16:creationId xmlns:a16="http://schemas.microsoft.com/office/drawing/2014/main" id="{253E27E3-48B1-4D5D-899A-017DAC31E6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0644" y="1241949"/>
            <a:ext cx="2132557" cy="215293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5781108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52686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8950" y="1712254"/>
            <a:ext cx="5829300" cy="1463040"/>
          </a:xfrm>
        </p:spPr>
        <p:txBody>
          <a:bodyPr anchor="ctr">
            <a:normAutofit/>
          </a:bodyPr>
          <a:lstStyle>
            <a:lvl1pPr algn="r">
              <a:defRPr sz="3750" b="0" spc="15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5727700" y="3702664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5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Ayesha Asmat</a:t>
            </a:r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3239858" y="1986574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2" descr="Image result for umt logo">
            <a:extLst>
              <a:ext uri="{FF2B5EF4-FFF2-40B4-BE49-F238E27FC236}">
                <a16:creationId xmlns:a16="http://schemas.microsoft.com/office/drawing/2014/main" id="{4D2EEAFE-E713-4623-9201-47216875D9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2006" y="1556102"/>
            <a:ext cx="2126246" cy="214656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9114231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8095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1990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3406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725" b="0" cap="none" baseline="0">
                <a:solidFill>
                  <a:schemeClr val="accent1"/>
                </a:solidFill>
                <a:latin typeface="+mn-lt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8096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93166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1725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marL="0" lvl="0" indent="0" algn="l" defTabSz="685800" rtl="0" eaLnBrk="1" latinLnBrk="0" hangingPunct="1">
              <a:lnSpc>
                <a:spcPct val="90000"/>
              </a:lnSpc>
              <a:spcBef>
                <a:spcPts val="135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93166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082969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76152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825"/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13879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768096" y="471509"/>
            <a:ext cx="329184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822960"/>
            <a:ext cx="4258818" cy="518464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096" y="2257506"/>
            <a:ext cx="329184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450"/>
              </a:spcBef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616520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8"/>
            <a:ext cx="5829300" cy="1463040"/>
          </a:xfrm>
        </p:spPr>
        <p:txBody>
          <a:bodyPr anchor="ctr">
            <a:normAutofit/>
          </a:bodyPr>
          <a:lstStyle>
            <a:lvl1pPr algn="r">
              <a:defRPr sz="3750" spc="15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9141714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7950" y="4960138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5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E5644-1E61-4311-A31E-84CB9C7AA8A9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06827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01756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762000"/>
            <a:ext cx="1971675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951" y="762000"/>
            <a:ext cx="5686425" cy="541020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7543800" y="173563"/>
            <a:ext cx="0" cy="6858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72278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152634" y="1928646"/>
            <a:ext cx="5732059" cy="2127250"/>
          </a:xfrm>
        </p:spPr>
        <p:txBody>
          <a:bodyPr/>
          <a:lstStyle>
            <a:lvl1pPr>
              <a:defRPr sz="322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3" name="Picture 2" descr="Image result for umt logo">
            <a:extLst>
              <a:ext uri="{FF2B5EF4-FFF2-40B4-BE49-F238E27FC236}">
                <a16:creationId xmlns:a16="http://schemas.microsoft.com/office/drawing/2014/main" id="{3FFFB8F1-AE55-4891-9DA1-CBAFA455F5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39253" y="1928646"/>
            <a:ext cx="2107118" cy="2127250"/>
          </a:xfrm>
          <a:prstGeom prst="rect">
            <a:avLst/>
          </a:prstGeom>
          <a:noFill/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64282BF-FBAF-4E94-835C-01FA473C0CF9}"/>
              </a:ext>
            </a:extLst>
          </p:cNvPr>
          <p:cNvCxnSpPr/>
          <p:nvPr/>
        </p:nvCxnSpPr>
        <p:spPr>
          <a:xfrm flipV="1">
            <a:off x="3157972" y="2514600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67866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286000"/>
            <a:ext cx="7290055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000" y="6470704"/>
            <a:ext cx="73025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68117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45" r:id="rId1"/>
    <p:sldLayoutId id="2147484146" r:id="rId2"/>
    <p:sldLayoutId id="2147484147" r:id="rId3"/>
    <p:sldLayoutId id="2147484148" r:id="rId4"/>
    <p:sldLayoutId id="2147484149" r:id="rId5"/>
    <p:sldLayoutId id="2147484150" r:id="rId6"/>
    <p:sldLayoutId id="2147484151" r:id="rId7"/>
    <p:sldLayoutId id="2147484152" r:id="rId8"/>
    <p:sldLayoutId id="2147484153" r:id="rId9"/>
    <p:sldLayoutId id="2147484154" r:id="rId10"/>
    <p:sldLayoutId id="2147484155" r:id="rId11"/>
    <p:sldLayoutId id="2147484156" r:id="rId12"/>
  </p:sldLayoutIdLst>
  <p:txStyles>
    <p:titleStyle>
      <a:lvl1pPr algn="l" defTabSz="685800" rtl="0" eaLnBrk="1" latinLnBrk="0" hangingPunct="1">
        <a:lnSpc>
          <a:spcPct val="80000"/>
        </a:lnSpc>
        <a:spcBef>
          <a:spcPct val="0"/>
        </a:spcBef>
        <a:buNone/>
        <a:defRPr sz="3750" kern="1200" cap="all" spc="75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68580" indent="-68580" algn="just" defTabSz="685800" rtl="0" eaLnBrk="1" latinLnBrk="0" hangingPunct="1">
        <a:lnSpc>
          <a:spcPct val="90000"/>
        </a:lnSpc>
        <a:spcBef>
          <a:spcPts val="900"/>
        </a:spcBef>
        <a:spcAft>
          <a:spcPts val="15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4800" kern="1200">
          <a:solidFill>
            <a:schemeClr val="tx1"/>
          </a:solidFill>
          <a:latin typeface="+mn-lt"/>
          <a:ea typeface="+mn-ea"/>
          <a:cs typeface="+mn-cs"/>
        </a:defRPr>
      </a:lvl1pPr>
      <a:lvl2pPr marL="198882" indent="-102870" algn="just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 3" pitchFamily="18" charset="2"/>
        <a:buChar char=""/>
        <a:defRPr sz="4000" kern="1200">
          <a:solidFill>
            <a:schemeClr val="tx1"/>
          </a:solidFill>
          <a:latin typeface="+mn-lt"/>
          <a:ea typeface="+mn-ea"/>
          <a:cs typeface="+mn-cs"/>
        </a:defRPr>
      </a:lvl2pPr>
      <a:lvl3pPr marL="336042" indent="-102870" algn="just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 3" pitchFamily="18" charset="2"/>
        <a:buChar char="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445770" indent="-102870" algn="just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 3" pitchFamily="18" charset="2"/>
        <a:buChar char=""/>
        <a:defRPr sz="3200" kern="1200">
          <a:solidFill>
            <a:schemeClr val="tx1"/>
          </a:solidFill>
          <a:latin typeface="+mn-lt"/>
          <a:ea typeface="+mn-ea"/>
          <a:cs typeface="+mn-cs"/>
        </a:defRPr>
      </a:lvl4pPr>
      <a:lvl5pPr marL="582930" indent="-102870" algn="just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 3" pitchFamily="18" charset="2"/>
        <a:buChar char=""/>
        <a:defRPr sz="3200" kern="1200">
          <a:solidFill>
            <a:schemeClr val="tx1"/>
          </a:solidFill>
          <a:latin typeface="+mn-lt"/>
          <a:ea typeface="+mn-ea"/>
          <a:cs typeface="+mn-cs"/>
        </a:defRPr>
      </a:lvl5pPr>
      <a:lvl6pPr marL="685800" indent="-10287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 3" pitchFamily="18" charset="2"/>
        <a:buChar char=""/>
        <a:defRPr sz="1050" kern="1200">
          <a:solidFill>
            <a:schemeClr val="tx1"/>
          </a:solidFill>
          <a:latin typeface="+mn-lt"/>
          <a:ea typeface="+mn-ea"/>
          <a:cs typeface="+mn-cs"/>
        </a:defRPr>
      </a:lvl6pPr>
      <a:lvl7pPr marL="795528" indent="-10287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 3" pitchFamily="18" charset="2"/>
        <a:buChar char=""/>
        <a:defRPr sz="1050" kern="1200">
          <a:solidFill>
            <a:schemeClr val="tx1"/>
          </a:solidFill>
          <a:latin typeface="+mn-lt"/>
          <a:ea typeface="+mn-ea"/>
          <a:cs typeface="+mn-cs"/>
        </a:defRPr>
      </a:lvl7pPr>
      <a:lvl8pPr marL="912114" indent="-10287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 3" pitchFamily="18" charset="2"/>
        <a:buChar char=""/>
        <a:defRPr sz="1050" kern="1200">
          <a:solidFill>
            <a:schemeClr val="tx1"/>
          </a:solidFill>
          <a:latin typeface="+mn-lt"/>
          <a:ea typeface="+mn-ea"/>
          <a:cs typeface="+mn-cs"/>
        </a:defRPr>
      </a:lvl8pPr>
      <a:lvl9pPr marL="1021842" indent="-10287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 3" pitchFamily="18" charset="2"/>
        <a:buChar char=""/>
        <a:defRPr sz="10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6.xml"/><Relationship Id="rId1" Type="http://schemas.openxmlformats.org/officeDocument/2006/relationships/themeOverride" Target="../theme/themeOverride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079997BE-9BB1-4138-B224-8F7553DD5026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3196772" y="1969407"/>
            <a:ext cx="7772400" cy="2128838"/>
          </a:xfrm>
        </p:spPr>
        <p:txBody>
          <a:bodyPr/>
          <a:lstStyle/>
          <a:p>
            <a:pPr eaLnBrk="1" hangingPunct="1"/>
            <a:r>
              <a:rPr lang="en-US" altLang="en-US" dirty="0"/>
              <a:t>Chapter 9:  Main Memory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1026">
            <a:extLst>
              <a:ext uri="{FF2B5EF4-FFF2-40B4-BE49-F238E27FC236}">
                <a16:creationId xmlns:a16="http://schemas.microsoft.com/office/drawing/2014/main" id="{14E85D12-A179-49DD-AB72-1C6EAAF20EF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60450" y="228830"/>
            <a:ext cx="6764338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Background</a:t>
            </a:r>
          </a:p>
        </p:txBody>
      </p:sp>
      <p:sp>
        <p:nvSpPr>
          <p:cNvPr id="6147" name="Rectangle 1027">
            <a:extLst>
              <a:ext uri="{FF2B5EF4-FFF2-40B4-BE49-F238E27FC236}">
                <a16:creationId xmlns:a16="http://schemas.microsoft.com/office/drawing/2014/main" id="{3919CD36-C961-4D2E-8F87-B9EA333CBE9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29389" y="1208088"/>
            <a:ext cx="8245643" cy="5649912"/>
          </a:xfrm>
        </p:spPr>
        <p:txBody>
          <a:bodyPr>
            <a:normAutofit fontScale="47500" lnSpcReduction="20000"/>
          </a:bodyPr>
          <a:lstStyle/>
          <a:p>
            <a:r>
              <a:rPr lang="en-US" altLang="en-US" sz="6000" dirty="0"/>
              <a:t>Program must be brought (from disk)  into memory and placed within a process for it to be run</a:t>
            </a:r>
            <a:endParaRPr lang="en-US" altLang="en-US" sz="1000" dirty="0"/>
          </a:p>
          <a:p>
            <a:r>
              <a:rPr lang="en-US" altLang="en-US" sz="6000" dirty="0"/>
              <a:t>Main memory and registers are only storage CPU can access directly</a:t>
            </a:r>
          </a:p>
          <a:p>
            <a:r>
              <a:rPr lang="en-US" altLang="en-US" sz="6000" dirty="0"/>
              <a:t>Memory unit only sees a stream of:</a:t>
            </a:r>
          </a:p>
          <a:p>
            <a:pPr lvl="1"/>
            <a:r>
              <a:rPr lang="en-US" altLang="en-US" sz="5000" dirty="0"/>
              <a:t>addresses + read requests, or </a:t>
            </a:r>
          </a:p>
          <a:p>
            <a:pPr lvl="1"/>
            <a:r>
              <a:rPr lang="en-US" altLang="en-US" sz="5000" dirty="0"/>
              <a:t>address + data and write requests</a:t>
            </a:r>
            <a:endParaRPr lang="en-US" altLang="en-US" sz="1000" dirty="0"/>
          </a:p>
          <a:p>
            <a:r>
              <a:rPr lang="en-US" altLang="en-US" sz="6000" dirty="0"/>
              <a:t>Register access is done in one CPU clock (or less)</a:t>
            </a:r>
            <a:endParaRPr lang="en-US" altLang="en-US" sz="1000" dirty="0"/>
          </a:p>
          <a:p>
            <a:r>
              <a:rPr lang="en-US" altLang="en-US" sz="6000" dirty="0"/>
              <a:t>Main memory can take many cycles, causing a </a:t>
            </a:r>
            <a:r>
              <a:rPr lang="en-US" altLang="en-US" sz="6000" b="1" dirty="0">
                <a:solidFill>
                  <a:srgbClr val="006699"/>
                </a:solidFill>
                <a:latin typeface="+mj-lt"/>
              </a:rPr>
              <a:t>stall</a:t>
            </a:r>
          </a:p>
          <a:p>
            <a:r>
              <a:rPr lang="en-US" altLang="en-US" sz="6000" b="1" dirty="0">
                <a:solidFill>
                  <a:srgbClr val="006699"/>
                </a:solidFill>
                <a:latin typeface="+mj-lt"/>
              </a:rPr>
              <a:t>Cache</a:t>
            </a:r>
            <a:r>
              <a:rPr lang="en-US" altLang="en-US" sz="6000" dirty="0">
                <a:solidFill>
                  <a:srgbClr val="3366FF"/>
                </a:solidFill>
              </a:rPr>
              <a:t> </a:t>
            </a:r>
            <a:r>
              <a:rPr lang="en-US" altLang="en-US" sz="6000" dirty="0"/>
              <a:t>sits between main memory and CPU registers</a:t>
            </a:r>
            <a:endParaRPr lang="en-US" altLang="en-US" sz="1000" dirty="0"/>
          </a:p>
          <a:p>
            <a:r>
              <a:rPr lang="en-US" altLang="en-US" sz="6000" dirty="0"/>
              <a:t>Protection of memory required to ensure correct operation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2E119B86-5C5B-4A93-AC7C-158FC121EE1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65238" y="224685"/>
            <a:ext cx="655955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Protection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2CDF6D2A-F8C6-4CEA-AF47-307E410F6C3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58415" y="1200637"/>
            <a:ext cx="8009814" cy="2152164"/>
          </a:xfrm>
        </p:spPr>
        <p:txBody>
          <a:bodyPr>
            <a:normAutofit fontScale="70000" lnSpcReduction="20000"/>
          </a:bodyPr>
          <a:lstStyle/>
          <a:p>
            <a:r>
              <a:rPr lang="en-US" altLang="en-US" dirty="0"/>
              <a:t>Need to ensure that a process can access only those addresses in its address space.</a:t>
            </a:r>
          </a:p>
          <a:p>
            <a:r>
              <a:rPr lang="en-US" altLang="en-US" dirty="0"/>
              <a:t>We can provide this protection by using  a pair of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base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and</a:t>
            </a:r>
            <a:r>
              <a:rPr lang="en-US" altLang="en-US" b="1" dirty="0">
                <a:solidFill>
                  <a:srgbClr val="FF0000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limit registers</a:t>
            </a:r>
            <a:r>
              <a:rPr lang="en-US" altLang="en-US" dirty="0"/>
              <a:t> define the logical address space of a process</a:t>
            </a:r>
          </a:p>
          <a:p>
            <a:endParaRPr lang="en-US" altLang="en-US" dirty="0"/>
          </a:p>
        </p:txBody>
      </p:sp>
      <p:pic>
        <p:nvPicPr>
          <p:cNvPr id="7172" name="Picture 5" descr="W:\os-book\OS10\slide-dir\os-figures\9_01.jpg">
            <a:extLst>
              <a:ext uri="{FF2B5EF4-FFF2-40B4-BE49-F238E27FC236}">
                <a16:creationId xmlns:a16="http://schemas.microsoft.com/office/drawing/2014/main" id="{AFDDF805-A4EF-4AEB-B1EC-649AE08850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6314" y="3381119"/>
            <a:ext cx="3263900" cy="318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>
          <a:xfrm>
            <a:off x="878114" y="3612608"/>
            <a:ext cx="3795486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sz="3200" b="1" dirty="0">
                <a:solidFill>
                  <a:srgbClr val="3366FF"/>
                </a:solidFill>
                <a:latin typeface="+mj-lt"/>
              </a:rPr>
              <a:t>Base register: </a:t>
            </a:r>
            <a:r>
              <a:rPr lang="en-US" altLang="en-US" sz="3200" dirty="0">
                <a:latin typeface="+mj-lt"/>
              </a:rPr>
              <a:t>holds the smallest legal physical memory address.</a:t>
            </a:r>
          </a:p>
          <a:p>
            <a:r>
              <a:rPr lang="en-US" altLang="en-US" sz="3200" b="1" dirty="0">
                <a:solidFill>
                  <a:srgbClr val="3366FF"/>
                </a:solidFill>
                <a:latin typeface="+mj-lt"/>
              </a:rPr>
              <a:t>Limit register: </a:t>
            </a:r>
            <a:r>
              <a:rPr lang="en-US" altLang="en-US" sz="3200" dirty="0">
                <a:latin typeface="+mj-lt"/>
              </a:rPr>
              <a:t>specifies the size of the range.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>
            <a:extLst>
              <a:ext uri="{FF2B5EF4-FFF2-40B4-BE49-F238E27FC236}">
                <a16:creationId xmlns:a16="http://schemas.microsoft.com/office/drawing/2014/main" id="{0FEA4152-F51E-450F-8EB1-7EDAF762DF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1388" y="228636"/>
            <a:ext cx="7745412" cy="576262"/>
          </a:xfrm>
        </p:spPr>
        <p:txBody>
          <a:bodyPr/>
          <a:lstStyle/>
          <a:p>
            <a:r>
              <a:rPr lang="en-US" altLang="en-US" dirty="0"/>
              <a:t>Hardware Address Protection</a:t>
            </a:r>
          </a:p>
        </p:txBody>
      </p:sp>
      <p:sp>
        <p:nvSpPr>
          <p:cNvPr id="8195" name="Content Placeholder 3">
            <a:extLst>
              <a:ext uri="{FF2B5EF4-FFF2-40B4-BE49-F238E27FC236}">
                <a16:creationId xmlns:a16="http://schemas.microsoft.com/office/drawing/2014/main" id="{E339BA72-DE38-4DD0-AECD-94CEBF5B20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257" y="1046162"/>
            <a:ext cx="7728857" cy="5710237"/>
          </a:xfrm>
        </p:spPr>
        <p:txBody>
          <a:bodyPr>
            <a:normAutofit fontScale="62500" lnSpcReduction="20000"/>
          </a:bodyPr>
          <a:lstStyle/>
          <a:p>
            <a:r>
              <a:rPr lang="en-US" altLang="en-US" dirty="0"/>
              <a:t>CPU must check every memory access generated in user mode to be sure it is between base and limit for that user</a:t>
            </a:r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r>
              <a:rPr lang="en-US" altLang="en-US" dirty="0"/>
              <a:t>the instructions to loading the base and limit registers are privileged </a:t>
            </a:r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</p:txBody>
      </p:sp>
      <p:pic>
        <p:nvPicPr>
          <p:cNvPr id="8196" name="Picture 4" descr="W:\os-book\OS10\slide-dir\os-figures\9_02.jpg">
            <a:extLst>
              <a:ext uri="{FF2B5EF4-FFF2-40B4-BE49-F238E27FC236}">
                <a16:creationId xmlns:a16="http://schemas.microsoft.com/office/drawing/2014/main" id="{174AFAC5-44F9-4ADE-8DC6-07277643F8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1989" y="2569029"/>
            <a:ext cx="6290582" cy="29056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631FDCDF-862F-4130-9AC2-74FFC425A8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62692" y="346499"/>
            <a:ext cx="8134350" cy="457200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Binding of Instructions and Data to Memory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0EEA4A90-B04E-4456-A1FE-DC4568DFF5C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01053" y="1334278"/>
            <a:ext cx="8423633" cy="5168122"/>
          </a:xfrm>
        </p:spPr>
        <p:txBody>
          <a:bodyPr>
            <a:normAutofit fontScale="77500" lnSpcReduction="20000"/>
          </a:bodyPr>
          <a:lstStyle/>
          <a:p>
            <a:r>
              <a:rPr kumimoji="0" lang="en-US" altLang="en-US" dirty="0"/>
              <a:t>Address binding of instructions and data to memory addresses can happen at three different stages</a:t>
            </a:r>
          </a:p>
          <a:p>
            <a:pPr lvl="1"/>
            <a:r>
              <a:rPr lang="en-US" altLang="en-US" b="1" dirty="0"/>
              <a:t>Compile time</a:t>
            </a:r>
            <a:r>
              <a:rPr lang="en-US" altLang="en-US" dirty="0"/>
              <a:t>:  If memory location known a priori,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absolute code </a:t>
            </a:r>
            <a:r>
              <a:rPr lang="en-US" altLang="en-US" dirty="0"/>
              <a:t>can be generated; must recompile code if starting location changes</a:t>
            </a:r>
          </a:p>
          <a:p>
            <a:pPr lvl="1"/>
            <a:r>
              <a:rPr lang="en-US" altLang="en-US" b="1" dirty="0"/>
              <a:t>Load time</a:t>
            </a:r>
            <a:r>
              <a:rPr lang="en-US" altLang="en-US" dirty="0"/>
              <a:t>:  Must generate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relocatable code </a:t>
            </a:r>
            <a:r>
              <a:rPr lang="en-US" altLang="en-US" dirty="0"/>
              <a:t>if memory location is not known at compile time</a:t>
            </a:r>
          </a:p>
          <a:p>
            <a:pPr lvl="1"/>
            <a:r>
              <a:rPr lang="en-US" altLang="en-US" b="1" dirty="0"/>
              <a:t>Execution time</a:t>
            </a:r>
            <a:r>
              <a:rPr lang="en-US" altLang="en-US" dirty="0"/>
              <a:t>:  Binding delayed until run time if the process can be moved during its execution from one memory segment to another</a:t>
            </a:r>
          </a:p>
          <a:p>
            <a:pPr lvl="2"/>
            <a:r>
              <a:rPr lang="en-US" altLang="en-US" dirty="0"/>
              <a:t>Need hardware support for address maps (e.g., base and limit</a:t>
            </a:r>
            <a:r>
              <a:rPr lang="en-US" altLang="en-US" i="1" dirty="0"/>
              <a:t> </a:t>
            </a:r>
            <a:r>
              <a:rPr lang="en-US" altLang="en-US" dirty="0"/>
              <a:t>registers)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EA256429-8A29-4AF1-9F8C-6CD506523C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07705" y="239976"/>
            <a:ext cx="7632442" cy="576262"/>
          </a:xfrm>
        </p:spPr>
        <p:txBody>
          <a:bodyPr/>
          <a:lstStyle/>
          <a:p>
            <a:pPr eaLnBrk="1" hangingPunct="1"/>
            <a:r>
              <a:rPr lang="en-US" altLang="en-US" sz="3000" dirty="0"/>
              <a:t>Multistep Processing of a User Program </a:t>
            </a:r>
          </a:p>
        </p:txBody>
      </p:sp>
      <p:pic>
        <p:nvPicPr>
          <p:cNvPr id="11267" name="Picture 4" descr="8">
            <a:extLst>
              <a:ext uri="{FF2B5EF4-FFF2-40B4-BE49-F238E27FC236}">
                <a16:creationId xmlns:a16="http://schemas.microsoft.com/office/drawing/2014/main" id="{75CF92DA-1727-49A0-ABD7-10CB996C9E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6058" y="1231900"/>
            <a:ext cx="2808968" cy="52129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6EE17CB2-3EF8-43F1-A8BB-98F682CD0E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93808" y="235762"/>
            <a:ext cx="7548562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Logical vs. Physical Address Space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C26127BF-B122-444D-8E10-A4BB1E147CB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9754" y="1236662"/>
            <a:ext cx="7702615" cy="5385575"/>
          </a:xfrm>
        </p:spPr>
        <p:txBody>
          <a:bodyPr>
            <a:normAutofit fontScale="62500" lnSpcReduction="20000"/>
          </a:bodyPr>
          <a:lstStyle/>
          <a:p>
            <a:r>
              <a:rPr lang="en-US" altLang="en-US" dirty="0"/>
              <a:t>The concept of a logical address space that is bound to a separate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physical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address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space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is central to proper memory management</a:t>
            </a: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Logical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address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generated by the CPU; also referred to as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virtual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address</a:t>
            </a: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Physical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address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address seen by the memory unit</a:t>
            </a:r>
          </a:p>
          <a:p>
            <a:r>
              <a:rPr lang="en-US" altLang="en-US" dirty="0"/>
              <a:t>Logical and physical addresses are the same in compile-time and load-time address-binding schemes; logical (virtual) and physical addresses differ in execution-time address-binding scheme</a:t>
            </a:r>
          </a:p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Logical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address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space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is the set of all logical addresses generated by a program</a:t>
            </a:r>
          </a:p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Physical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address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space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is the set of all physical addresses generated by a program</a:t>
            </a:r>
          </a:p>
          <a:p>
            <a:endParaRPr lang="en-US" altLang="en-US" dirty="0"/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6B95EF18-CDEF-4577-B2D3-2194188A6B2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79475" y="225267"/>
            <a:ext cx="783907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Memory-Management Unit (</a:t>
            </a:r>
            <a:r>
              <a:rPr lang="en-US" altLang="en-US" sz="2800" dirty="0"/>
              <a:t>MMU</a:t>
            </a:r>
            <a:r>
              <a:rPr lang="en-US" altLang="en-US" dirty="0"/>
              <a:t>)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48574B01-7329-4E5A-9F99-22E3D937557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9757" y="1147602"/>
            <a:ext cx="7623108" cy="4484688"/>
          </a:xfrm>
        </p:spPr>
        <p:txBody>
          <a:bodyPr>
            <a:normAutofit fontScale="55000" lnSpcReduction="20000"/>
          </a:bodyPr>
          <a:lstStyle/>
          <a:p>
            <a:r>
              <a:rPr lang="en-US" altLang="en-US" dirty="0"/>
              <a:t>Hardware device that at run time maps virtual to physical address</a:t>
            </a:r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r>
              <a:rPr lang="en-US" altLang="en-US" dirty="0"/>
              <a:t>Many methods possible, covered in the rest of this chapter</a:t>
            </a:r>
          </a:p>
          <a:p>
            <a:endParaRPr lang="en-US" altLang="en-US" dirty="0"/>
          </a:p>
          <a:p>
            <a:pPr>
              <a:buFont typeface="Monotype Sorts" pitchFamily="-84" charset="2"/>
              <a:buNone/>
            </a:pPr>
            <a:endParaRPr lang="en-US" altLang="en-US" sz="800" dirty="0"/>
          </a:p>
          <a:p>
            <a:pPr>
              <a:buFont typeface="Monotype Sorts" pitchFamily="-84" charset="2"/>
              <a:buNone/>
            </a:pPr>
            <a:endParaRPr lang="en-US" altLang="en-US" dirty="0"/>
          </a:p>
        </p:txBody>
      </p:sp>
      <p:pic>
        <p:nvPicPr>
          <p:cNvPr id="13316" name="Picture 4" descr="W:\os-book\OS10\slide-dir\os-figures\9_04.jpg">
            <a:extLst>
              <a:ext uri="{FF2B5EF4-FFF2-40B4-BE49-F238E27FC236}">
                <a16:creationId xmlns:a16="http://schemas.microsoft.com/office/drawing/2014/main" id="{2AB2E1F5-A2FA-4767-BE68-4BD3C62D70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7388" y="1900238"/>
            <a:ext cx="5137150" cy="1866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C1853C0D-86FA-4ABD-BE59-06CB86C6725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79475" y="225265"/>
            <a:ext cx="783907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Memory-Management Unit (Cont.)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CFED0DC6-3DA5-44F7-A884-CB2916BA4B4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51482" y="1163638"/>
            <a:ext cx="7630045" cy="5317373"/>
          </a:xfrm>
        </p:spPr>
        <p:txBody>
          <a:bodyPr>
            <a:normAutofit fontScale="70000" lnSpcReduction="20000"/>
          </a:bodyPr>
          <a:lstStyle/>
          <a:p>
            <a:pPr>
              <a:defRPr/>
            </a:pPr>
            <a:r>
              <a:rPr lang="en-US" altLang="en-US" dirty="0"/>
              <a:t>Consider simple scheme. which is  a generalization of the base-register scheme.</a:t>
            </a:r>
          </a:p>
          <a:p>
            <a:pPr marL="285750" lvl="1">
              <a:buClr>
                <a:srgbClr val="993300"/>
              </a:buClr>
              <a:buFont typeface="Wingdings" panose="05000000000000000000" pitchFamily="2" charset="2"/>
              <a:buChar char="§"/>
              <a:defRPr/>
            </a:pPr>
            <a:r>
              <a:rPr lang="en-US" altLang="en-US" dirty="0"/>
              <a:t>The base register now called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relocation</a:t>
            </a:r>
            <a:r>
              <a:rPr lang="en-US" altLang="en-US" b="1" dirty="0">
                <a:solidFill>
                  <a:srgbClr val="0000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register</a:t>
            </a:r>
          </a:p>
          <a:p>
            <a:pPr>
              <a:defRPr/>
            </a:pPr>
            <a:r>
              <a:rPr lang="en-US" altLang="en-US" dirty="0"/>
              <a:t>The value in the relocation register is added to every address generated by a user process at the time it is sent to memory</a:t>
            </a:r>
          </a:p>
          <a:p>
            <a:pPr>
              <a:defRPr/>
            </a:pPr>
            <a:r>
              <a:rPr lang="en-US" altLang="en-US" dirty="0"/>
              <a:t>The user program deals with </a:t>
            </a:r>
            <a:r>
              <a:rPr lang="en-US" altLang="en-US" i="1" dirty="0"/>
              <a:t>logical</a:t>
            </a:r>
            <a:r>
              <a:rPr lang="en-US" altLang="en-US" dirty="0"/>
              <a:t> addresses; it never sees the </a:t>
            </a:r>
            <a:r>
              <a:rPr lang="en-US" altLang="en-US" i="1" dirty="0"/>
              <a:t>real</a:t>
            </a:r>
            <a:r>
              <a:rPr lang="en-US" altLang="en-US" dirty="0"/>
              <a:t> physical addresses</a:t>
            </a:r>
          </a:p>
          <a:p>
            <a:pPr lvl="1">
              <a:defRPr/>
            </a:pPr>
            <a:r>
              <a:rPr lang="en-US" altLang="en-US" dirty="0"/>
              <a:t>Execution-time binding occurs when reference is made to location in memory</a:t>
            </a:r>
          </a:p>
          <a:p>
            <a:pPr lvl="1">
              <a:defRPr/>
            </a:pPr>
            <a:r>
              <a:rPr lang="en-US" altLang="en-US" dirty="0"/>
              <a:t>Logical address bound to physical addresses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203BE3E9-3276-40C6-9019-A680702CA62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79475" y="225267"/>
            <a:ext cx="783907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Memory-Management Unit (Cont.)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3112FE82-FDC2-4B07-9892-9E8699A7591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51482" y="1163638"/>
            <a:ext cx="7704690" cy="4484687"/>
          </a:xfrm>
        </p:spPr>
        <p:txBody>
          <a:bodyPr>
            <a:normAutofit fontScale="85000" lnSpcReduction="20000"/>
          </a:bodyPr>
          <a:lstStyle/>
          <a:p>
            <a:r>
              <a:rPr lang="en-US" altLang="en-US" dirty="0"/>
              <a:t>Consider simple scheme. which is  a generalization of the base-register scheme.</a:t>
            </a:r>
          </a:p>
          <a:p>
            <a:pPr marL="285750" lvl="1">
              <a:buClr>
                <a:srgbClr val="993300"/>
              </a:buClr>
              <a:buFont typeface="Wingdings" panose="05000000000000000000" pitchFamily="2" charset="2"/>
              <a:buChar char="§"/>
            </a:pPr>
            <a:r>
              <a:rPr lang="en-US" altLang="en-US" dirty="0"/>
              <a:t>The base register now called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relocation</a:t>
            </a:r>
            <a:r>
              <a:rPr lang="en-US" altLang="en-US" b="1" dirty="0">
                <a:solidFill>
                  <a:srgbClr val="0000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register</a:t>
            </a:r>
          </a:p>
          <a:p>
            <a:r>
              <a:rPr lang="en-US" altLang="en-US" dirty="0"/>
              <a:t>The value in the relocation register is added to every address generated by a user process at the time it is sent to memory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203BE3E9-3276-40C6-9019-A680702CA62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79475" y="225267"/>
            <a:ext cx="783907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Memory-Management Unit (Cont.)</a:t>
            </a:r>
          </a:p>
        </p:txBody>
      </p:sp>
      <p:pic>
        <p:nvPicPr>
          <p:cNvPr id="15364" name="Picture 2" descr="W:\os-book\OS10\slide-dir\os-figures\9_05.jpg">
            <a:extLst>
              <a:ext uri="{FF2B5EF4-FFF2-40B4-BE49-F238E27FC236}">
                <a16:creationId xmlns:a16="http://schemas.microsoft.com/office/drawing/2014/main" id="{CBF084AF-4DAB-4818-B64F-34A63D306E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9543" y="1404484"/>
            <a:ext cx="6923314" cy="48833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925674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617DA286-2F3A-47A5-A909-FB6B92D7C7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2631" y="237998"/>
            <a:ext cx="8224837" cy="571500"/>
          </a:xfrm>
        </p:spPr>
        <p:txBody>
          <a:bodyPr/>
          <a:lstStyle/>
          <a:p>
            <a:pPr eaLnBrk="1" hangingPunct="1"/>
            <a:r>
              <a:rPr lang="en-US" altLang="en-US" dirty="0"/>
              <a:t>Dynamic Loading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ADD2F991-6EF7-4E08-A73D-5D29F76031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0729" y="930442"/>
            <a:ext cx="8402542" cy="54469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4008" tIns="32004" rIns="64008" bIns="32004"/>
          <a:lstStyle>
            <a:lvl1pPr marL="488950" indent="-4889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1060450" indent="-407988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marL="0" indent="0">
              <a:spcBef>
                <a:spcPct val="35000"/>
              </a:spcBef>
              <a:buClr>
                <a:srgbClr val="993300"/>
              </a:buClr>
              <a:buSzPct val="110000"/>
            </a:pPr>
            <a:r>
              <a:rPr kumimoji="1" lang="en-US" altLang="en-US" sz="2800" dirty="0">
                <a:latin typeface="Tw Cen MT (Body)"/>
              </a:rPr>
              <a:t>The entire  program does need to be in memory to execute Routine is not loaded until it is called Better memory-space utilization; unused routine is never loaded</a:t>
            </a:r>
          </a:p>
          <a:p>
            <a:pPr marL="0" indent="0">
              <a:spcBef>
                <a:spcPct val="35000"/>
              </a:spcBef>
              <a:buClr>
                <a:srgbClr val="993300"/>
              </a:buClr>
              <a:buSzPct val="110000"/>
            </a:pPr>
            <a:r>
              <a:rPr kumimoji="1" lang="en-US" altLang="en-US" sz="2800" dirty="0">
                <a:latin typeface="Tw Cen MT (Body)"/>
              </a:rPr>
              <a:t>All routines kept on disk in relocatable load format</a:t>
            </a:r>
          </a:p>
          <a:p>
            <a:pPr marL="0" indent="0">
              <a:spcBef>
                <a:spcPct val="35000"/>
              </a:spcBef>
              <a:buClr>
                <a:srgbClr val="993300"/>
              </a:buClr>
              <a:buSzPct val="110000"/>
            </a:pPr>
            <a:r>
              <a:rPr kumimoji="1" lang="en-US" altLang="en-US" sz="2800" dirty="0">
                <a:latin typeface="Tw Cen MT (Body)"/>
              </a:rPr>
              <a:t>Useful when large amounts of code are needed to handle infrequently occurring cases</a:t>
            </a:r>
          </a:p>
          <a:p>
            <a:pPr marL="0" indent="0">
              <a:spcBef>
                <a:spcPct val="35000"/>
              </a:spcBef>
              <a:buClr>
                <a:srgbClr val="993300"/>
              </a:buClr>
              <a:buSzPct val="110000"/>
            </a:pPr>
            <a:r>
              <a:rPr kumimoji="1" lang="en-US" altLang="en-US" sz="2800" dirty="0">
                <a:latin typeface="Tw Cen MT (Body)"/>
              </a:rPr>
              <a:t>No special support from the operating system is required</a:t>
            </a:r>
          </a:p>
          <a:p>
            <a:pPr lvl="1">
              <a:spcBef>
                <a:spcPct val="35000"/>
              </a:spcBef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</a:pPr>
            <a:r>
              <a:rPr kumimoji="1" lang="en-US" altLang="en-US" sz="2800" dirty="0">
                <a:latin typeface="Tw Cen MT (Body)"/>
              </a:rPr>
              <a:t>Implemented through program design</a:t>
            </a:r>
          </a:p>
          <a:p>
            <a:pPr lvl="1">
              <a:spcBef>
                <a:spcPct val="35000"/>
              </a:spcBef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</a:pPr>
            <a:r>
              <a:rPr kumimoji="1" lang="en-US" altLang="en-US" sz="2800" dirty="0">
                <a:latin typeface="Tw Cen MT (Body)"/>
              </a:rPr>
              <a:t>OS can help by providing libraries to implement dynamic loading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3696C27A-FB51-40E7-91BD-D5EBFD1BE81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37188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Dynamic Linking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7C59CC23-F8F4-463E-94EA-C3BD81D9261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0424" y="1062037"/>
            <a:ext cx="7669764" cy="5280705"/>
          </a:xfrm>
        </p:spPr>
        <p:txBody>
          <a:bodyPr>
            <a:normAutofit fontScale="62500" lnSpcReduction="20000"/>
          </a:bodyPr>
          <a:lstStyle/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Static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linking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system libraries and program code combined by the loader into the binary program image</a:t>
            </a:r>
          </a:p>
          <a:p>
            <a:r>
              <a:rPr lang="en-US" altLang="en-US" dirty="0"/>
              <a:t>Dynamic linking –linking postponed until execution time</a:t>
            </a:r>
            <a:endParaRPr lang="en-US" altLang="en-US" sz="800" dirty="0"/>
          </a:p>
          <a:p>
            <a:r>
              <a:rPr lang="en-US" altLang="en-US" dirty="0"/>
              <a:t>Operating system checks if routine is in processes</a:t>
            </a:r>
            <a:r>
              <a:rPr lang="ja-JP" altLang="en-US" dirty="0"/>
              <a:t>’</a:t>
            </a:r>
            <a:r>
              <a:rPr lang="en-US" altLang="ja-JP" dirty="0"/>
              <a:t> memory address</a:t>
            </a:r>
          </a:p>
          <a:p>
            <a:pPr lvl="1"/>
            <a:r>
              <a:rPr lang="en-US" altLang="en-US" dirty="0"/>
              <a:t>If not in address space, add to address space</a:t>
            </a:r>
            <a:endParaRPr lang="en-US" altLang="en-US" sz="800" dirty="0"/>
          </a:p>
          <a:p>
            <a:r>
              <a:rPr lang="en-US" altLang="en-US" dirty="0"/>
              <a:t>Dynamic linking is particularly useful for libraries</a:t>
            </a:r>
            <a:endParaRPr lang="en-US" altLang="en-US" sz="800" dirty="0"/>
          </a:p>
          <a:p>
            <a:r>
              <a:rPr lang="en-US" altLang="en-US" dirty="0"/>
              <a:t>System also known as shared libraries</a:t>
            </a:r>
          </a:p>
          <a:p>
            <a:r>
              <a:rPr lang="en-US" altLang="en-US" dirty="0">
                <a:solidFill>
                  <a:srgbClr val="000000"/>
                </a:solidFill>
              </a:rPr>
              <a:t>Consider applicability to patching system libraries</a:t>
            </a:r>
          </a:p>
          <a:p>
            <a:pPr lvl="1"/>
            <a:r>
              <a:rPr lang="en-US" altLang="en-US" dirty="0">
                <a:solidFill>
                  <a:srgbClr val="000000"/>
                </a:solidFill>
              </a:rPr>
              <a:t>Versioning may be needed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1026">
            <a:extLst>
              <a:ext uri="{FF2B5EF4-FFF2-40B4-BE49-F238E27FC236}">
                <a16:creationId xmlns:a16="http://schemas.microsoft.com/office/drawing/2014/main" id="{5A517565-09AB-4767-AA90-A8C1F0CB847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66775" y="222674"/>
            <a:ext cx="782002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Contiguous Allocation</a:t>
            </a:r>
          </a:p>
        </p:txBody>
      </p:sp>
      <p:sp>
        <p:nvSpPr>
          <p:cNvPr id="18435" name="Rectangle 1027">
            <a:extLst>
              <a:ext uri="{FF2B5EF4-FFF2-40B4-BE49-F238E27FC236}">
                <a16:creationId xmlns:a16="http://schemas.microsoft.com/office/drawing/2014/main" id="{363EA7DD-91CF-4272-A490-C120271519A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66775" y="1077913"/>
            <a:ext cx="7633413" cy="5419140"/>
          </a:xfrm>
        </p:spPr>
        <p:txBody>
          <a:bodyPr>
            <a:normAutofit fontScale="92500"/>
          </a:bodyPr>
          <a:lstStyle/>
          <a:p>
            <a:r>
              <a:rPr lang="en-US" altLang="en-US" sz="3600" dirty="0"/>
              <a:t>Main memory must support both OS and user processes</a:t>
            </a:r>
          </a:p>
          <a:p>
            <a:r>
              <a:rPr lang="en-US" altLang="en-US" sz="3600" dirty="0"/>
              <a:t>Limited resource, must allocate efficiently</a:t>
            </a:r>
          </a:p>
          <a:p>
            <a:r>
              <a:rPr lang="en-US" altLang="en-US" sz="3600" dirty="0"/>
              <a:t>Contiguous allocation is one early method</a:t>
            </a:r>
          </a:p>
          <a:p>
            <a:r>
              <a:rPr lang="en-US" altLang="en-US" sz="3600" dirty="0"/>
              <a:t>Main memory usually into two </a:t>
            </a:r>
            <a:r>
              <a:rPr lang="en-US" altLang="en-US" sz="3600" b="1" dirty="0">
                <a:solidFill>
                  <a:srgbClr val="006699"/>
                </a:solidFill>
                <a:latin typeface="+mj-lt"/>
              </a:rPr>
              <a:t>partitions</a:t>
            </a:r>
            <a:r>
              <a:rPr lang="en-US" altLang="en-US" sz="3600" dirty="0"/>
              <a:t>:</a:t>
            </a:r>
          </a:p>
          <a:p>
            <a:pPr lvl="1"/>
            <a:r>
              <a:rPr lang="en-US" altLang="en-US" sz="3200" dirty="0"/>
              <a:t>Resident operating system, usually held in low memory with interrupt vector</a:t>
            </a:r>
          </a:p>
          <a:p>
            <a:pPr lvl="1"/>
            <a:r>
              <a:rPr lang="en-US" altLang="en-US" sz="3200" dirty="0"/>
              <a:t>User processes then held in high memory</a:t>
            </a:r>
          </a:p>
          <a:p>
            <a:pPr lvl="1"/>
            <a:r>
              <a:rPr lang="en-US" altLang="en-US" sz="3200" dirty="0"/>
              <a:t>Each process contained in single contiguous section of memory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CA539788-E800-4271-88C5-165DD45312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88693" y="232005"/>
            <a:ext cx="8442325" cy="576262"/>
          </a:xfrm>
        </p:spPr>
        <p:txBody>
          <a:bodyPr/>
          <a:lstStyle/>
          <a:p>
            <a:pPr eaLnBrk="1" hangingPunct="1"/>
            <a:r>
              <a:rPr lang="en-US" altLang="en-US" sz="2400" dirty="0"/>
              <a:t>Hardware Support for Relocation and Limit Registers</a:t>
            </a:r>
          </a:p>
        </p:txBody>
      </p:sp>
      <p:pic>
        <p:nvPicPr>
          <p:cNvPr id="20483" name="Picture 4" descr="8">
            <a:extLst>
              <a:ext uri="{FF2B5EF4-FFF2-40B4-BE49-F238E27FC236}">
                <a16:creationId xmlns:a16="http://schemas.microsoft.com/office/drawing/2014/main" id="{8B9138A6-75B5-441A-842E-43E123DF3E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693" y="1572377"/>
            <a:ext cx="7980652" cy="39621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EE547A1C-BA00-4FD5-B75F-1BA0C14CB23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59837" y="184150"/>
            <a:ext cx="8438113" cy="615950"/>
          </a:xfrm>
        </p:spPr>
        <p:txBody>
          <a:bodyPr>
            <a:normAutofit fontScale="90000"/>
          </a:bodyPr>
          <a:lstStyle/>
          <a:p>
            <a:pPr eaLnBrk="1" hangingPunct="1"/>
            <a:br>
              <a:rPr lang="en-US" altLang="en-US" dirty="0"/>
            </a:br>
            <a:r>
              <a:rPr lang="en-US" altLang="en-US" dirty="0"/>
              <a:t>Variable Partition</a:t>
            </a:r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4B12B19D-5F62-4569-A4AE-2840954F1ED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787400" y="1076325"/>
            <a:ext cx="7770813" cy="3262313"/>
          </a:xfrm>
        </p:spPr>
        <p:txBody>
          <a:bodyPr>
            <a:normAutofit lnSpcReduction="10000"/>
          </a:bodyPr>
          <a:lstStyle/>
          <a:p>
            <a:r>
              <a:rPr lang="en-US" altLang="en-US" sz="2800" dirty="0"/>
              <a:t>Multiple-partition allocation</a:t>
            </a:r>
          </a:p>
          <a:p>
            <a:pPr lvl="1"/>
            <a:r>
              <a:rPr lang="en-US" altLang="en-US" sz="1800" dirty="0"/>
              <a:t>Degree of multiprogramming limited by number of partitions</a:t>
            </a:r>
          </a:p>
          <a:p>
            <a:pPr lvl="1"/>
            <a:r>
              <a:rPr lang="en-US" altLang="en-US" sz="2800" b="1" dirty="0">
                <a:solidFill>
                  <a:srgbClr val="006699"/>
                </a:solidFill>
                <a:latin typeface="+mj-lt"/>
              </a:rPr>
              <a:t>Variable-partition</a:t>
            </a:r>
            <a:r>
              <a:rPr lang="en-US" altLang="en-US" sz="1800" b="1" dirty="0">
                <a:solidFill>
                  <a:srgbClr val="0000FF"/>
                </a:solidFill>
              </a:rPr>
              <a:t> </a:t>
            </a:r>
            <a:r>
              <a:rPr lang="en-US" altLang="en-US" sz="1800" dirty="0"/>
              <a:t>sizes for efficiency (sized to a given process’ needs)</a:t>
            </a:r>
          </a:p>
          <a:p>
            <a:pPr lvl="1"/>
            <a:r>
              <a:rPr lang="en-US" altLang="en-US" sz="2800" b="1" dirty="0">
                <a:solidFill>
                  <a:srgbClr val="006699"/>
                </a:solidFill>
                <a:latin typeface="+mj-lt"/>
              </a:rPr>
              <a:t>Hole</a:t>
            </a:r>
            <a:r>
              <a:rPr lang="en-US" altLang="en-US" sz="1800" dirty="0"/>
              <a:t> – block of available memory; holes of various size are scattered throughout memory</a:t>
            </a:r>
          </a:p>
          <a:p>
            <a:pPr lvl="1"/>
            <a:r>
              <a:rPr lang="en-US" altLang="en-US" sz="1800" dirty="0"/>
              <a:t>When a process arrives, it is allocated memory from a hole large enough to accommodate it</a:t>
            </a:r>
          </a:p>
          <a:p>
            <a:pPr lvl="1"/>
            <a:r>
              <a:rPr lang="en-US" altLang="en-US" sz="1800" dirty="0"/>
              <a:t>Process exiting frees its partition, adjacent free partitions combined</a:t>
            </a:r>
          </a:p>
          <a:p>
            <a:pPr lvl="1"/>
            <a:r>
              <a:rPr lang="en-US" altLang="en-US" sz="1800" dirty="0"/>
              <a:t>Operating system maintains information about:</a:t>
            </a:r>
          </a:p>
          <a:p>
            <a:pPr lvl="1"/>
            <a:r>
              <a:rPr lang="en-US" altLang="en-US" sz="1800" dirty="0"/>
              <a:t>a) allocated partitions    b) free partitions (hole)</a:t>
            </a:r>
          </a:p>
        </p:txBody>
      </p:sp>
      <p:pic>
        <p:nvPicPr>
          <p:cNvPr id="21508" name="Picture 5" descr="W:\os-book\OS10\slide-dir\os-figures\9_07.jpg">
            <a:extLst>
              <a:ext uri="{FF2B5EF4-FFF2-40B4-BE49-F238E27FC236}">
                <a16:creationId xmlns:a16="http://schemas.microsoft.com/office/drawing/2014/main" id="{6DDB2633-499B-427F-A2B7-19B399A98E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0517" y="4614863"/>
            <a:ext cx="6828223" cy="20267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E1A741CD-CC0B-4B8D-B4DA-1C981F6F724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89886" y="235762"/>
            <a:ext cx="77724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Dynamic Storage-Allocation Problem</a:t>
            </a:r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046846F0-F200-438E-8BA7-F729921F7A7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122948" y="1709738"/>
            <a:ext cx="7358580" cy="4707104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First-fit</a:t>
            </a:r>
            <a:r>
              <a:rPr lang="en-US" altLang="en-US" dirty="0"/>
              <a:t>:  Allocate the </a:t>
            </a:r>
            <a:r>
              <a:rPr lang="en-US" altLang="en-US" b="1" i="1" dirty="0"/>
              <a:t>first</a:t>
            </a:r>
            <a:r>
              <a:rPr lang="en-US" altLang="en-US" dirty="0"/>
              <a:t> hole that is big enough</a:t>
            </a:r>
          </a:p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Best-fit</a:t>
            </a:r>
            <a:r>
              <a:rPr lang="en-US" altLang="en-US" dirty="0"/>
              <a:t>:  Allocate the </a:t>
            </a:r>
            <a:r>
              <a:rPr lang="en-US" altLang="en-US" b="1" i="1" dirty="0"/>
              <a:t>smallest</a:t>
            </a:r>
            <a:r>
              <a:rPr lang="en-US" altLang="en-US" dirty="0"/>
              <a:t> hole that is big enough; must search entire list, unless ordered by size  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Produces the smallest leftover hole</a:t>
            </a:r>
          </a:p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Worst-fit</a:t>
            </a:r>
            <a:r>
              <a:rPr lang="en-US" altLang="en-US" dirty="0"/>
              <a:t>:  Allocate the </a:t>
            </a:r>
            <a:r>
              <a:rPr lang="en-US" altLang="en-US" b="1" i="1" dirty="0"/>
              <a:t>largest</a:t>
            </a:r>
            <a:r>
              <a:rPr lang="en-US" altLang="en-US" dirty="0"/>
              <a:t> hole; must also search entire list  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Produces the largest leftover hole</a:t>
            </a:r>
          </a:p>
        </p:txBody>
      </p:sp>
      <p:sp>
        <p:nvSpPr>
          <p:cNvPr id="22532" name="Text Box 4">
            <a:extLst>
              <a:ext uri="{FF2B5EF4-FFF2-40B4-BE49-F238E27FC236}">
                <a16:creationId xmlns:a16="http://schemas.microsoft.com/office/drawing/2014/main" id="{21455A16-B9AD-4BA3-B8E6-118DAB62A4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9886" y="1164447"/>
            <a:ext cx="61087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5" tIns="45718" rIns="91435" bIns="45718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dirty="0">
                <a:latin typeface="Helvetica" panose="020B0604020202020204" pitchFamily="34" charset="0"/>
              </a:rPr>
              <a:t>How to satisfy a request of size </a:t>
            </a:r>
            <a:r>
              <a:rPr lang="en-US" altLang="en-US" b="1" i="1" dirty="0">
                <a:latin typeface="Helvetica" panose="020B0604020202020204" pitchFamily="34" charset="0"/>
              </a:rPr>
              <a:t>n</a:t>
            </a:r>
            <a:r>
              <a:rPr lang="en-US" altLang="en-US" dirty="0">
                <a:latin typeface="Helvetica" panose="020B0604020202020204" pitchFamily="34" charset="0"/>
              </a:rPr>
              <a:t> from a list of free holes?</a:t>
            </a:r>
          </a:p>
        </p:txBody>
      </p:sp>
      <p:sp>
        <p:nvSpPr>
          <p:cNvPr id="22533" name="Text Box 5">
            <a:extLst>
              <a:ext uri="{FF2B5EF4-FFF2-40B4-BE49-F238E27FC236}">
                <a16:creationId xmlns:a16="http://schemas.microsoft.com/office/drawing/2014/main" id="{6E8A16A6-712F-4B6F-B60A-954775598F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91177" y="5946132"/>
            <a:ext cx="7222121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5" tIns="45718" rIns="91435" bIns="45718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dirty="0">
                <a:latin typeface="Helvetica" panose="020B0604020202020204" pitchFamily="34" charset="0"/>
              </a:rPr>
              <a:t>First-fit and best-fit better than worst-fit in terms of speed and storage utilization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1026">
            <a:extLst>
              <a:ext uri="{FF2B5EF4-FFF2-40B4-BE49-F238E27FC236}">
                <a16:creationId xmlns:a16="http://schemas.microsoft.com/office/drawing/2014/main" id="{534D9BC0-752C-49BF-81BD-50A1A3166D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55663" y="236379"/>
            <a:ext cx="7831137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Fragmentation</a:t>
            </a:r>
          </a:p>
        </p:txBody>
      </p:sp>
      <p:sp>
        <p:nvSpPr>
          <p:cNvPr id="23555" name="Rectangle 1027">
            <a:extLst>
              <a:ext uri="{FF2B5EF4-FFF2-40B4-BE49-F238E27FC236}">
                <a16:creationId xmlns:a16="http://schemas.microsoft.com/office/drawing/2014/main" id="{C8EC98FB-DB12-4D53-B1D8-DA0D6EC9FEE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55663" y="1114425"/>
            <a:ext cx="7663186" cy="4999038"/>
          </a:xfrm>
        </p:spPr>
        <p:txBody>
          <a:bodyPr>
            <a:normAutofit fontScale="70000" lnSpcReduction="20000"/>
          </a:bodyPr>
          <a:lstStyle/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External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Fragmentation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total memory space exists to satisfy a request, but it is not contiguous</a:t>
            </a:r>
            <a:endParaRPr lang="en-US" altLang="en-US" b="1" dirty="0">
              <a:solidFill>
                <a:srgbClr val="3366FF"/>
              </a:solidFill>
            </a:endParaRPr>
          </a:p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Internal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Fragmentation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allocated memory may be slightly larger than requested memory; this size difference is memory internal to a partition, but not being used</a:t>
            </a:r>
          </a:p>
          <a:p>
            <a:r>
              <a:rPr lang="en-US" altLang="en-US" dirty="0"/>
              <a:t>First fit analysis reveals that given </a:t>
            </a:r>
            <a:r>
              <a:rPr lang="en-US" altLang="en-US" i="1" dirty="0"/>
              <a:t>N</a:t>
            </a:r>
            <a:r>
              <a:rPr lang="en-US" altLang="en-US" dirty="0"/>
              <a:t> blocks allocated, 0.5 </a:t>
            </a:r>
            <a:r>
              <a:rPr lang="en-US" altLang="en-US" i="1" dirty="0"/>
              <a:t>N</a:t>
            </a:r>
            <a:r>
              <a:rPr lang="en-US" altLang="en-US" dirty="0"/>
              <a:t> blocks lost to fragmentation</a:t>
            </a:r>
          </a:p>
          <a:p>
            <a:pPr lvl="1"/>
            <a:r>
              <a:rPr lang="en-US" altLang="en-US" dirty="0"/>
              <a:t>1/3 may be unusable -&gt;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50-percent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rule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>
            <a:extLst>
              <a:ext uri="{FF2B5EF4-FFF2-40B4-BE49-F238E27FC236}">
                <a16:creationId xmlns:a16="http://schemas.microsoft.com/office/drawing/2014/main" id="{F08491A6-3C3E-4138-B669-0D4F903668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48493"/>
            <a:ext cx="8229600" cy="576263"/>
          </a:xfrm>
        </p:spPr>
        <p:txBody>
          <a:bodyPr/>
          <a:lstStyle/>
          <a:p>
            <a:r>
              <a:rPr lang="en-US" altLang="en-US" dirty="0"/>
              <a:t>Fragmentation (Cont.)</a:t>
            </a:r>
          </a:p>
        </p:txBody>
      </p:sp>
      <p:sp>
        <p:nvSpPr>
          <p:cNvPr id="24579" name="Content Placeholder 2">
            <a:extLst>
              <a:ext uri="{FF2B5EF4-FFF2-40B4-BE49-F238E27FC236}">
                <a16:creationId xmlns:a16="http://schemas.microsoft.com/office/drawing/2014/main" id="{73A91733-AB03-41FF-84D0-DFF0EF0FE2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9086" y="1154113"/>
            <a:ext cx="7651102" cy="4530725"/>
          </a:xfrm>
        </p:spPr>
        <p:txBody>
          <a:bodyPr>
            <a:normAutofit fontScale="77500" lnSpcReduction="20000"/>
          </a:bodyPr>
          <a:lstStyle/>
          <a:p>
            <a:r>
              <a:rPr lang="en-US" altLang="en-US" dirty="0"/>
              <a:t>Reduce external fragmentation by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compaction</a:t>
            </a:r>
          </a:p>
          <a:p>
            <a:pPr lvl="1"/>
            <a:r>
              <a:rPr lang="en-US" altLang="en-US" dirty="0"/>
              <a:t>Shuffle memory contents to place all free memory together in one large block</a:t>
            </a:r>
          </a:p>
          <a:p>
            <a:pPr lvl="1"/>
            <a:r>
              <a:rPr lang="en-US" altLang="en-US" dirty="0"/>
              <a:t>Compaction is possible </a:t>
            </a:r>
            <a:r>
              <a:rPr lang="en-US" altLang="en-US" i="1" dirty="0"/>
              <a:t>only</a:t>
            </a:r>
            <a:r>
              <a:rPr lang="en-US" altLang="en-US" dirty="0"/>
              <a:t> if relocation is dynamic, and is done at execution time</a:t>
            </a:r>
          </a:p>
          <a:p>
            <a:pPr lvl="1"/>
            <a:r>
              <a:rPr lang="en-US" altLang="en-US" dirty="0"/>
              <a:t>I/O problem</a:t>
            </a:r>
          </a:p>
          <a:p>
            <a:pPr lvl="2"/>
            <a:r>
              <a:rPr lang="en-US" altLang="en-US" dirty="0"/>
              <a:t>Latch job in memory while it is involved in I/O</a:t>
            </a:r>
          </a:p>
          <a:p>
            <a:pPr lvl="2"/>
            <a:r>
              <a:rPr lang="en-US" altLang="en-US" dirty="0"/>
              <a:t>Do I/O only into OS buffers</a:t>
            </a:r>
          </a:p>
          <a:p>
            <a:r>
              <a:rPr lang="en-US" altLang="en-US" dirty="0"/>
              <a:t>Now consider that backing store has same fragmentation problems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1026">
            <a:extLst>
              <a:ext uri="{FF2B5EF4-FFF2-40B4-BE49-F238E27FC236}">
                <a16:creationId xmlns:a16="http://schemas.microsoft.com/office/drawing/2014/main" id="{E725BB56-A638-4160-B622-2B266E8E79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36379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Paging</a:t>
            </a:r>
          </a:p>
        </p:txBody>
      </p:sp>
      <p:sp>
        <p:nvSpPr>
          <p:cNvPr id="25603" name="Rectangle 1027">
            <a:extLst>
              <a:ext uri="{FF2B5EF4-FFF2-40B4-BE49-F238E27FC236}">
                <a16:creationId xmlns:a16="http://schemas.microsoft.com/office/drawing/2014/main" id="{441B5E44-FE32-44C1-BCFC-248B4940F17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21094" y="1128713"/>
            <a:ext cx="7484706" cy="5729287"/>
          </a:xfrm>
        </p:spPr>
        <p:txBody>
          <a:bodyPr>
            <a:normAutofit lnSpcReduction="10000"/>
          </a:bodyPr>
          <a:lstStyle/>
          <a:p>
            <a:r>
              <a:rPr lang="en-US" altLang="en-US" sz="2400" dirty="0"/>
              <a:t>Physical  address space of a process can be noncontiguous; process is allocated physical memory whenever the latter is available</a:t>
            </a:r>
          </a:p>
          <a:p>
            <a:pPr lvl="1"/>
            <a:r>
              <a:rPr lang="en-US" altLang="en-US" sz="2000" dirty="0"/>
              <a:t>Avoids external fragmentation</a:t>
            </a:r>
          </a:p>
          <a:p>
            <a:pPr lvl="1"/>
            <a:r>
              <a:rPr lang="en-US" altLang="en-US" sz="2000" dirty="0"/>
              <a:t>Avoids problem of varying sized memory chunks</a:t>
            </a:r>
            <a:endParaRPr lang="en-US" altLang="en-US" sz="500" dirty="0"/>
          </a:p>
          <a:p>
            <a:r>
              <a:rPr lang="en-US" altLang="en-US" sz="2400" dirty="0"/>
              <a:t>Divide physical memory into fixed-sized blocks called </a:t>
            </a:r>
            <a:r>
              <a:rPr lang="en-US" altLang="en-US" sz="2400" b="1" dirty="0">
                <a:solidFill>
                  <a:srgbClr val="006699"/>
                </a:solidFill>
                <a:latin typeface="+mj-lt"/>
              </a:rPr>
              <a:t>frames</a:t>
            </a:r>
          </a:p>
          <a:p>
            <a:pPr lvl="1"/>
            <a:r>
              <a:rPr lang="en-US" altLang="en-US" sz="2000" dirty="0">
                <a:solidFill>
                  <a:srgbClr val="000000"/>
                </a:solidFill>
              </a:rPr>
              <a:t>Size </a:t>
            </a:r>
            <a:r>
              <a:rPr lang="en-US" altLang="en-US" sz="2000" dirty="0"/>
              <a:t>is power of 2, between 512 bytes and 16 Mbytes</a:t>
            </a:r>
            <a:endParaRPr lang="en-US" altLang="en-US" sz="500" dirty="0"/>
          </a:p>
          <a:p>
            <a:r>
              <a:rPr lang="en-US" altLang="en-US" sz="2400" dirty="0"/>
              <a:t>Divide logical memory into blocks of same size called </a:t>
            </a:r>
            <a:r>
              <a:rPr lang="en-US" altLang="en-US" sz="2400" b="1" dirty="0">
                <a:solidFill>
                  <a:srgbClr val="006699"/>
                </a:solidFill>
                <a:latin typeface="+mj-lt"/>
              </a:rPr>
              <a:t>pages</a:t>
            </a:r>
          </a:p>
          <a:p>
            <a:r>
              <a:rPr lang="en-US" altLang="en-US" sz="2400" dirty="0"/>
              <a:t>Keep track of all free frames</a:t>
            </a:r>
            <a:endParaRPr lang="en-US" altLang="en-US" sz="500" dirty="0"/>
          </a:p>
          <a:p>
            <a:r>
              <a:rPr lang="en-US" altLang="en-US" sz="2400" dirty="0"/>
              <a:t>To run a program of size </a:t>
            </a:r>
            <a:r>
              <a:rPr lang="en-US" altLang="en-US" sz="2400" b="1" i="1" dirty="0"/>
              <a:t>N</a:t>
            </a:r>
            <a:r>
              <a:rPr lang="en-US" altLang="en-US" sz="2400" i="1" dirty="0"/>
              <a:t> </a:t>
            </a:r>
            <a:r>
              <a:rPr lang="en-US" altLang="en-US" sz="2400" dirty="0"/>
              <a:t>pages, need to find </a:t>
            </a:r>
            <a:r>
              <a:rPr lang="en-US" altLang="en-US" sz="2400" b="1" i="1" dirty="0"/>
              <a:t>N</a:t>
            </a:r>
            <a:r>
              <a:rPr lang="en-US" altLang="en-US" sz="2400" dirty="0"/>
              <a:t> free frames and load program</a:t>
            </a:r>
            <a:endParaRPr lang="en-US" altLang="en-US" sz="500" dirty="0"/>
          </a:p>
          <a:p>
            <a:r>
              <a:rPr lang="en-US" altLang="en-US" sz="2400" dirty="0"/>
              <a:t>Set up a </a:t>
            </a:r>
            <a:r>
              <a:rPr lang="en-US" altLang="en-US" sz="2400" b="1" dirty="0">
                <a:solidFill>
                  <a:srgbClr val="006699"/>
                </a:solidFill>
                <a:latin typeface="+mj-lt"/>
              </a:rPr>
              <a:t>page</a:t>
            </a:r>
            <a:r>
              <a:rPr lang="en-US" altLang="en-US" sz="2400" b="1" dirty="0">
                <a:solidFill>
                  <a:srgbClr val="3366FF"/>
                </a:solidFill>
              </a:rPr>
              <a:t> </a:t>
            </a:r>
            <a:r>
              <a:rPr lang="en-US" altLang="en-US" sz="2400" b="1" dirty="0">
                <a:solidFill>
                  <a:srgbClr val="006699"/>
                </a:solidFill>
                <a:latin typeface="+mj-lt"/>
              </a:rPr>
              <a:t>table</a:t>
            </a:r>
            <a:r>
              <a:rPr lang="en-US" altLang="en-US" sz="2400" dirty="0"/>
              <a:t> to translate logical to physical addresses</a:t>
            </a:r>
            <a:endParaRPr lang="en-US" altLang="en-US" sz="500" dirty="0"/>
          </a:p>
          <a:p>
            <a:r>
              <a:rPr lang="en-US" altLang="en-US" sz="2400" dirty="0"/>
              <a:t>Backing store likewise split into pages</a:t>
            </a:r>
          </a:p>
          <a:p>
            <a:r>
              <a:rPr lang="en-US" altLang="en-US" sz="2400" dirty="0"/>
              <a:t>Still have Internal fragmentation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1026">
            <a:extLst>
              <a:ext uri="{FF2B5EF4-FFF2-40B4-BE49-F238E27FC236}">
                <a16:creationId xmlns:a16="http://schemas.microsoft.com/office/drawing/2014/main" id="{576DB622-C30C-459E-B80D-9EEFF320C26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46138" y="236379"/>
            <a:ext cx="7840662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Address Translation Scheme</a:t>
            </a:r>
          </a:p>
        </p:txBody>
      </p:sp>
      <p:sp>
        <p:nvSpPr>
          <p:cNvPr id="33795" name="Rectangle 1027">
            <a:extLst>
              <a:ext uri="{FF2B5EF4-FFF2-40B4-BE49-F238E27FC236}">
                <a16:creationId xmlns:a16="http://schemas.microsoft.com/office/drawing/2014/main" id="{42BA3A11-5083-4DE6-80B0-272DB2FBA09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41375" y="1125538"/>
            <a:ext cx="7299325" cy="4483100"/>
          </a:xfrm>
        </p:spPr>
        <p:txBody>
          <a:bodyPr>
            <a:normAutofit fontScale="62500" lnSpcReduction="20000"/>
          </a:bodyPr>
          <a:lstStyle/>
          <a:p>
            <a:pPr>
              <a:defRPr/>
            </a:pPr>
            <a:r>
              <a:rPr lang="en-US" altLang="en-US" dirty="0"/>
              <a:t>Address generated by CPU is divided into:</a:t>
            </a:r>
          </a:p>
          <a:p>
            <a:pPr lvl="1">
              <a:defRPr/>
            </a:pP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Page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number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(</a:t>
            </a:r>
            <a:r>
              <a:rPr lang="en-US" altLang="en-US" b="1" i="1" dirty="0">
                <a:solidFill>
                  <a:srgbClr val="006699"/>
                </a:solidFill>
                <a:latin typeface="+mj-lt"/>
              </a:rPr>
              <a:t>p</a:t>
            </a:r>
            <a:r>
              <a:rPr lang="en-US" altLang="en-US" dirty="0"/>
              <a:t>)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used as an index into a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page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table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which contains base address of each page in physical memory</a:t>
            </a:r>
          </a:p>
          <a:p>
            <a:pPr lvl="1">
              <a:defRPr/>
            </a:pP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Page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offset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(</a:t>
            </a:r>
            <a:r>
              <a:rPr lang="en-US" altLang="en-US" b="1" i="1" dirty="0">
                <a:solidFill>
                  <a:srgbClr val="006699"/>
                </a:solidFill>
                <a:latin typeface="+mj-lt"/>
              </a:rPr>
              <a:t>d</a:t>
            </a:r>
            <a:r>
              <a:rPr lang="en-US" altLang="en-US" dirty="0"/>
              <a:t>)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combined with base address to define the physical memory address that is sent to the memory unit</a:t>
            </a:r>
          </a:p>
          <a:p>
            <a:pPr lvl="1">
              <a:defRPr/>
            </a:pPr>
            <a:endParaRPr lang="en-US" altLang="en-US" dirty="0"/>
          </a:p>
          <a:p>
            <a:pPr lvl="1">
              <a:defRPr/>
            </a:pPr>
            <a:endParaRPr lang="en-US" altLang="en-US" dirty="0"/>
          </a:p>
          <a:p>
            <a:pPr marL="457200" lvl="1" indent="0">
              <a:buFont typeface="Monotype Sorts" pitchFamily="-84" charset="2"/>
              <a:buNone/>
              <a:defRPr/>
            </a:pPr>
            <a:endParaRPr lang="en-US" altLang="en-US" dirty="0"/>
          </a:p>
          <a:p>
            <a:pPr lvl="1">
              <a:defRPr/>
            </a:pPr>
            <a:endParaRPr lang="en-US" altLang="en-US" dirty="0"/>
          </a:p>
          <a:p>
            <a:pPr lvl="1">
              <a:defRPr/>
            </a:pPr>
            <a:r>
              <a:rPr lang="en-US" altLang="en-US" dirty="0"/>
              <a:t>For given logical address space 2</a:t>
            </a:r>
            <a:r>
              <a:rPr lang="en-US" altLang="en-US" i="1" baseline="30000" dirty="0"/>
              <a:t>m </a:t>
            </a:r>
            <a:r>
              <a:rPr lang="en-US" altLang="en-US" dirty="0"/>
              <a:t>and page size</a:t>
            </a:r>
            <a:r>
              <a:rPr lang="en-US" altLang="en-US" baseline="30000" dirty="0"/>
              <a:t> </a:t>
            </a:r>
            <a:r>
              <a:rPr lang="en-US" altLang="en-US" i="1" dirty="0"/>
              <a:t>2</a:t>
            </a:r>
            <a:r>
              <a:rPr lang="en-US" altLang="en-US" baseline="30000" dirty="0"/>
              <a:t>n</a:t>
            </a:r>
          </a:p>
        </p:txBody>
      </p:sp>
      <p:pic>
        <p:nvPicPr>
          <p:cNvPr id="26628" name="Picture 3">
            <a:extLst>
              <a:ext uri="{FF2B5EF4-FFF2-40B4-BE49-F238E27FC236}">
                <a16:creationId xmlns:a16="http://schemas.microsoft.com/office/drawing/2014/main" id="{69904815-E7B7-455B-B35E-A1E6ACF08A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0363" y="2882900"/>
            <a:ext cx="3343275" cy="1228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1EF58487-042D-466C-B9C3-00E5052CDEC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49300" y="223291"/>
            <a:ext cx="79375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Paging Hardware</a:t>
            </a:r>
          </a:p>
        </p:txBody>
      </p:sp>
      <p:pic>
        <p:nvPicPr>
          <p:cNvPr id="27651" name="Picture 7" descr="C:\Users\as668\Desktop\9_08.jpg">
            <a:extLst>
              <a:ext uri="{FF2B5EF4-FFF2-40B4-BE49-F238E27FC236}">
                <a16:creationId xmlns:a16="http://schemas.microsoft.com/office/drawing/2014/main" id="{D7F6073E-F3FF-45ED-A7D7-18DC33404F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965" y="1411706"/>
            <a:ext cx="8630533" cy="47965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1026">
            <a:extLst>
              <a:ext uri="{FF2B5EF4-FFF2-40B4-BE49-F238E27FC236}">
                <a16:creationId xmlns:a16="http://schemas.microsoft.com/office/drawing/2014/main" id="{449B79E3-F191-44B4-954F-BE958071C1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36819" y="167339"/>
            <a:ext cx="8229600" cy="644525"/>
          </a:xfrm>
        </p:spPr>
        <p:txBody>
          <a:bodyPr/>
          <a:lstStyle/>
          <a:p>
            <a:pPr eaLnBrk="1" hangingPunct="1"/>
            <a:r>
              <a:rPr lang="en-US" altLang="en-US" sz="2600" dirty="0"/>
              <a:t>Paging Model of Logical and  Physical Memory</a:t>
            </a:r>
          </a:p>
        </p:txBody>
      </p:sp>
      <p:pic>
        <p:nvPicPr>
          <p:cNvPr id="28675" name="Picture 1030">
            <a:extLst>
              <a:ext uri="{FF2B5EF4-FFF2-40B4-BE49-F238E27FC236}">
                <a16:creationId xmlns:a16="http://schemas.microsoft.com/office/drawing/2014/main" id="{A17EFDC3-16BC-41C6-9509-A548649291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8813" y="1203325"/>
            <a:ext cx="4938712" cy="4613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S UMT fin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S UMT final" id="{CBCE36D3-05F5-44F6-A4CC-389087D412BE}" vid="{0986A359-476F-454E-A987-D9FB90AED5DF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Override1.xml><?xml version="1.0" encoding="utf-8"?>
<a:themeOverride xmlns:a="http://schemas.openxmlformats.org/drawingml/2006/main">
  <a:clrScheme name="Integral">
    <a:dk1>
      <a:sysClr val="windowText" lastClr="000000"/>
    </a:dk1>
    <a:lt1>
      <a:sysClr val="window" lastClr="FFFFFF"/>
    </a:lt1>
    <a:dk2>
      <a:srgbClr val="335B74"/>
    </a:dk2>
    <a:lt2>
      <a:srgbClr val="DFE3E5"/>
    </a:lt2>
    <a:accent1>
      <a:srgbClr val="1CADE4"/>
    </a:accent1>
    <a:accent2>
      <a:srgbClr val="2683C6"/>
    </a:accent2>
    <a:accent3>
      <a:srgbClr val="27CED7"/>
    </a:accent3>
    <a:accent4>
      <a:srgbClr val="42BA97"/>
    </a:accent4>
    <a:accent5>
      <a:srgbClr val="3E8853"/>
    </a:accent5>
    <a:accent6>
      <a:srgbClr val="62A39F"/>
    </a:accent6>
    <a:hlink>
      <a:srgbClr val="6B9F25"/>
    </a:hlink>
    <a:folHlink>
      <a:srgbClr val="B26B0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12941</TotalTime>
  <Words>1285</Words>
  <Application>Microsoft Office PowerPoint</Application>
  <PresentationFormat>On-screen Show (4:3)</PresentationFormat>
  <Paragraphs>171</Paragraphs>
  <Slides>23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4" baseType="lpstr">
      <vt:lpstr>Arial</vt:lpstr>
      <vt:lpstr>Helvetica</vt:lpstr>
      <vt:lpstr>Monotype Sorts</vt:lpstr>
      <vt:lpstr>Times New Roman</vt:lpstr>
      <vt:lpstr>Tw Cen MT</vt:lpstr>
      <vt:lpstr>Tw Cen MT (Body)</vt:lpstr>
      <vt:lpstr>Tw Cen MT Condensed</vt:lpstr>
      <vt:lpstr>Verdana</vt:lpstr>
      <vt:lpstr>Wingdings</vt:lpstr>
      <vt:lpstr>Wingdings 3</vt:lpstr>
      <vt:lpstr>OS UMT final</vt:lpstr>
      <vt:lpstr>Chapter 9:  Main Memory</vt:lpstr>
      <vt:lpstr>Background</vt:lpstr>
      <vt:lpstr>Protection</vt:lpstr>
      <vt:lpstr>Hardware Address Protection</vt:lpstr>
      <vt:lpstr>Binding of Instructions and Data to Memory</vt:lpstr>
      <vt:lpstr>Multistep Processing of a User Program </vt:lpstr>
      <vt:lpstr>Logical vs. Physical Address Space</vt:lpstr>
      <vt:lpstr>Memory-Management Unit (MMU)</vt:lpstr>
      <vt:lpstr>Memory-Management Unit (Cont.)</vt:lpstr>
      <vt:lpstr>Memory-Management Unit (Cont.)</vt:lpstr>
      <vt:lpstr>Memory-Management Unit (Cont.)</vt:lpstr>
      <vt:lpstr>Dynamic Loading</vt:lpstr>
      <vt:lpstr>Dynamic Linking</vt:lpstr>
      <vt:lpstr>Contiguous Allocation</vt:lpstr>
      <vt:lpstr>Hardware Support for Relocation and Limit Registers</vt:lpstr>
      <vt:lpstr> Variable Partition</vt:lpstr>
      <vt:lpstr>Dynamic Storage-Allocation Problem</vt:lpstr>
      <vt:lpstr>Fragmentation</vt:lpstr>
      <vt:lpstr>Fragmentation (Cont.)</vt:lpstr>
      <vt:lpstr>Paging</vt:lpstr>
      <vt:lpstr>Address Translation Scheme</vt:lpstr>
      <vt:lpstr>Paging Hardware</vt:lpstr>
      <vt:lpstr>Paging Model of Logical and  Physical Memory</vt:lpstr>
    </vt:vector>
  </TitlesOfParts>
  <Company>Lucent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2.01</dc:title>
  <dc:creator>Lucent End User</dc:creator>
  <cp:lastModifiedBy>Ayesha Asmat</cp:lastModifiedBy>
  <cp:revision>359</cp:revision>
  <cp:lastPrinted>2013-09-30T19:34:56Z</cp:lastPrinted>
  <dcterms:created xsi:type="dcterms:W3CDTF">2011-01-13T23:43:38Z</dcterms:created>
  <dcterms:modified xsi:type="dcterms:W3CDTF">2026-06-01T05:33:12Z</dcterms:modified>
</cp:coreProperties>
</file>